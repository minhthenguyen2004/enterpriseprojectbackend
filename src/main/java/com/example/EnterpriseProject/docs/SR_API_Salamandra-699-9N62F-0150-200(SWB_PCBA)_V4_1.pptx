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7" r:id="rId3"/>
    <p:sldId id="337" r:id="rId4"/>
    <p:sldId id="336" r:id="rId5"/>
    <p:sldId id="303" r:id="rId6"/>
    <p:sldId id="305" r:id="rId7"/>
    <p:sldId id="304" r:id="rId8"/>
    <p:sldId id="339" r:id="rId9"/>
    <p:sldId id="338" r:id="rId10"/>
    <p:sldId id="283" r:id="rId11"/>
    <p:sldId id="307" r:id="rId13"/>
    <p:sldId id="308" r:id="rId14"/>
    <p:sldId id="309" r:id="rId15"/>
    <p:sldId id="310" r:id="rId16"/>
    <p:sldId id="311" r:id="rId17"/>
    <p:sldId id="340" r:id="rId18"/>
    <p:sldId id="312" r:id="rId19"/>
    <p:sldId id="335" r:id="rId20"/>
    <p:sldId id="325" r:id="rId21"/>
    <p:sldId id="313" r:id="rId22"/>
    <p:sldId id="314" r:id="rId23"/>
    <p:sldId id="315" r:id="rId24"/>
    <p:sldId id="316" r:id="rId25"/>
    <p:sldId id="31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B689041-C8AE-9205-F321-4ECE9CEE5591}" name="Tien Hoang" initials="TH" userId="33b859c1ecf72c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9" autoAdjust="0"/>
    <p:restoredTop sz="94660"/>
  </p:normalViewPr>
  <p:slideViewPr>
    <p:cSldViewPr snapToGrid="0">
      <p:cViewPr varScale="1">
        <p:scale>
          <a:sx n="82" d="100"/>
          <a:sy n="82" d="100"/>
        </p:scale>
        <p:origin x="898" y="77"/>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microsoft.com/office/2018/10/relationships/authors" Targe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6E83D2-921A-4E1B-A94B-11F1CD2AA21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579984-018E-4519-B778-CA587307E19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79984-018E-4519-B778-CA587307E199}"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79984-018E-4519-B778-CA587307E19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79984-018E-4519-B778-CA587307E19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4E7EEB3-F8E4-40EC-907B-C5EC235D24E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4E7EEB3-F8E4-40EC-907B-C5EC235D24E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4E7EEB3-F8E4-40EC-907B-C5EC235D24E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04E7EEB3-F8E4-40EC-907B-C5EC235D24E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4E7EEB3-F8E4-40EC-907B-C5EC235D24E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04E7EEB3-F8E4-40EC-907B-C5EC235D24E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7EEB3-F8E4-40EC-907B-C5EC235D24E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4E7EEB3-F8E4-40EC-907B-C5EC235D24E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4E7EEB3-F8E4-40EC-907B-C5EC235D24E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4E7EEB3-F8E4-40EC-907B-C5EC235D24E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4E7EEB3-F8E4-40EC-907B-C5EC235D24E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3FBF41-B779-4E5D-9DE9-ADA945F6DC5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E7EEB3-F8E4-40EC-907B-C5EC235D24E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3FBF41-B779-4E5D-9DE9-ADA945F6DC5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image" Target="../media/image7.wmf"/><Relationship Id="rId8" Type="http://schemas.openxmlformats.org/officeDocument/2006/relationships/oleObject" Target="../embeddings/oleObject4.bin"/><Relationship Id="rId7" Type="http://schemas.openxmlformats.org/officeDocument/2006/relationships/image" Target="../media/image6.wmf"/><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3" Type="http://schemas.openxmlformats.org/officeDocument/2006/relationships/image" Target="../media/image4.wmf"/><Relationship Id="rId2" Type="http://schemas.openxmlformats.org/officeDocument/2006/relationships/oleObject" Target="../embeddings/oleObject1.bin"/><Relationship Id="rId11" Type="http://schemas.openxmlformats.org/officeDocument/2006/relationships/vmlDrawing" Target="../drawings/vmlDrawing1.vml"/><Relationship Id="rId10"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DESCRIPTION GENERAL API FORMAT</a:t>
            </a: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64561" y="462752"/>
            <a:ext cx="3710688" cy="427809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Request</a:t>
            </a:r>
            <a:endParaRPr lang="en-US" sz="2400" dirty="0">
              <a:solidFill>
                <a:srgbClr val="00B050"/>
              </a:solidFill>
            </a:endParaRPr>
          </a:p>
          <a:p>
            <a:endParaRPr lang="en-US" sz="800" dirty="0"/>
          </a:p>
          <a:p>
            <a:r>
              <a:rPr lang="en-US" sz="1000"/>
              <a:t>{</a:t>
            </a:r>
            <a:endParaRPr lang="en-US" sz="1000"/>
          </a:p>
          <a:p>
            <a:r>
              <a:rPr lang="en-US" sz="1000"/>
              <a:t> "carriercode": "{carrier code}",</a:t>
            </a:r>
            <a:endParaRPr lang="en-US" sz="1000"/>
          </a:p>
          <a:p>
            <a:r>
              <a:rPr lang="en-US" sz="1000"/>
              <a:t>  "serialnumber": "{serial number}",</a:t>
            </a:r>
            <a:endParaRPr lang="en-US" sz="1000"/>
          </a:p>
          <a:p>
            <a:r>
              <a:rPr lang="en-US" sz="1000"/>
              <a:t>  "kps": [</a:t>
            </a:r>
            <a:endParaRPr lang="en-US" sz="1000"/>
          </a:p>
          <a:p>
            <a:r>
              <a:rPr lang="en-US" sz="1000"/>
              <a:t>    {</a:t>
            </a:r>
            <a:endParaRPr lang="en-US" sz="1000"/>
          </a:p>
          <a:p>
            <a:r>
              <a:rPr lang="en-US" sz="1000"/>
              <a:t>      "kpname": "{material name}",</a:t>
            </a:r>
            <a:endParaRPr lang="en-US" sz="1000"/>
          </a:p>
          <a:p>
            <a:r>
              <a:rPr lang="en-US" sz="1000"/>
              <a:t>      "kpvalue": "{material value}"</a:t>
            </a:r>
            <a:endParaRPr lang="en-US" sz="1000"/>
          </a:p>
          <a:p>
            <a:r>
              <a:rPr lang="en-US" sz="1000"/>
              <a:t>    },</a:t>
            </a:r>
            <a:endParaRPr lang="en-US" sz="1000"/>
          </a:p>
          <a:p>
            <a:r>
              <a:rPr lang="en-US" sz="1000"/>
              <a:t>    {</a:t>
            </a:r>
            <a:endParaRPr lang="en-US" sz="1000"/>
          </a:p>
          <a:p>
            <a:r>
              <a:rPr lang="en-US" sz="1000"/>
              <a:t>      "kpname": "{ ... }",</a:t>
            </a:r>
            <a:endParaRPr lang="en-US" sz="1000"/>
          </a:p>
          <a:p>
            <a:r>
              <a:rPr lang="en-US" sz="1000"/>
              <a:t>      "kpvalue": "{ ... }"</a:t>
            </a:r>
            <a:endParaRPr lang="en-US" sz="1000"/>
          </a:p>
          <a:p>
            <a:r>
              <a:rPr lang="en-US" sz="1000"/>
              <a:t>    }</a:t>
            </a:r>
            <a:endParaRPr lang="en-US" sz="1000"/>
          </a:p>
          <a:p>
            <a:r>
              <a:rPr lang="en-US" sz="1000"/>
              <a:t>  ],  </a:t>
            </a:r>
            <a:endParaRPr lang="en-US" sz="1000"/>
          </a:p>
          <a:p>
            <a:r>
              <a:rPr lang="en-US" sz="1000"/>
              <a:t>  "step": "STEPXX",</a:t>
            </a:r>
            <a:endParaRPr lang="en-US" sz="1000"/>
          </a:p>
          <a:p>
            <a:r>
              <a:rPr lang="en-US" sz="1000"/>
              <a:t>  "result": "N/A",</a:t>
            </a:r>
            <a:endParaRPr lang="en-US" sz="1000"/>
          </a:p>
          <a:p>
            <a:r>
              <a:rPr lang="en-US" sz="1000"/>
              <a:t>  "errorcode": "N/A",</a:t>
            </a:r>
            <a:endParaRPr lang="en-US" sz="1000"/>
          </a:p>
          <a:p>
            <a:r>
              <a:rPr lang="en-US" sz="1000"/>
              <a:t>  "cycletime": 12.5,</a:t>
            </a:r>
            <a:endParaRPr lang="en-US" sz="1000"/>
          </a:p>
          <a:p>
            <a:r>
              <a:rPr lang="en-US" sz="1000"/>
              <a:t>  "username": "V0923834",</a:t>
            </a:r>
            <a:endParaRPr lang="en-US" sz="1000"/>
          </a:p>
          <a:p>
            <a:r>
              <a:rPr lang="en-US" sz="1000"/>
              <a:t>  "password": "V0923834",</a:t>
            </a:r>
            <a:endParaRPr lang="en-US" sz="1000"/>
          </a:p>
          <a:p>
            <a:r>
              <a:rPr lang="en-US" sz="1000"/>
              <a:t>  "data_type": "autolink/ precheck / undo / reset / status",</a:t>
            </a:r>
            <a:endParaRPr lang="en-US" sz="1000"/>
          </a:p>
          <a:p>
            <a:r>
              <a:rPr lang="en-US" sz="1000"/>
              <a:t>  "groupname": "ASSY_STIFFENER",</a:t>
            </a:r>
            <a:endParaRPr lang="en-US" sz="1000"/>
          </a:p>
          <a:p>
            <a:r>
              <a:rPr lang="en-US" sz="1000"/>
              <a:t>  "stationip": "data",</a:t>
            </a:r>
            <a:endParaRPr lang="en-US" sz="1000"/>
          </a:p>
          <a:p>
            <a:r>
              <a:rPr lang="en-US" sz="1000"/>
              <a:t>  "aoidata": "data"</a:t>
            </a:r>
            <a:endParaRPr lang="en-US" sz="1000"/>
          </a:p>
          <a:p>
            <a:r>
              <a:rPr lang="en-US" sz="1000"/>
              <a:t>}</a:t>
            </a:r>
            <a:endParaRPr lang="en-US" sz="800" dirty="0">
              <a:solidFill>
                <a:srgbClr val="FF0000"/>
              </a:solidFill>
            </a:endParaRPr>
          </a:p>
        </p:txBody>
      </p:sp>
      <p:sp>
        <p:nvSpPr>
          <p:cNvPr id="7" name="TextBox 6"/>
          <p:cNvSpPr txBox="1"/>
          <p:nvPr/>
        </p:nvSpPr>
        <p:spPr>
          <a:xfrm>
            <a:off x="3891568" y="462752"/>
            <a:ext cx="3710688" cy="184665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a:t>
            </a:r>
            <a:r>
              <a:rPr lang="en-US" sz="2400" dirty="0" err="1">
                <a:solidFill>
                  <a:srgbClr val="00B050"/>
                </a:solidFill>
              </a:rPr>
              <a:t>Respone</a:t>
            </a:r>
            <a:endParaRPr lang="en-US" sz="2400" dirty="0">
              <a:solidFill>
                <a:srgbClr val="00B050"/>
              </a:solidFill>
            </a:endParaRPr>
          </a:p>
          <a:p>
            <a:r>
              <a:rPr lang="en-US" sz="1000" dirty="0">
                <a:solidFill>
                  <a:srgbClr val="00B050"/>
                </a:solidFill>
              </a:rPr>
              <a:t>Receive</a:t>
            </a:r>
            <a:endParaRPr lang="en-US" sz="1000" dirty="0"/>
          </a:p>
          <a:p>
            <a:r>
              <a:rPr lang="en-US" sz="1000" dirty="0"/>
              <a:t>{</a:t>
            </a:r>
            <a:endParaRPr lang="en-US" sz="1000" dirty="0"/>
          </a:p>
          <a:p>
            <a:r>
              <a:rPr lang="en-US" sz="1000" dirty="0"/>
              <a:t>    "code": 0,</a:t>
            </a:r>
            <a:endParaRPr lang="en-US" sz="1000" dirty="0"/>
          </a:p>
          <a:p>
            <a:r>
              <a:rPr lang="en-US" sz="1000" dirty="0"/>
              <a:t>    "message</a:t>
            </a:r>
            <a:r>
              <a:rPr lang="en-US" sz="1000"/>
              <a:t>": "success",</a:t>
            </a:r>
            <a:endParaRPr lang="en-US" sz="1000" dirty="0"/>
          </a:p>
          <a:p>
            <a:r>
              <a:rPr lang="en-US" sz="1000" dirty="0"/>
              <a:t>     </a:t>
            </a:r>
            <a:r>
              <a:rPr lang="en-US" sz="1000"/>
              <a:t>“data": "…"</a:t>
            </a:r>
            <a:endParaRPr lang="en-US" sz="1000" dirty="0"/>
          </a:p>
          <a:p>
            <a:r>
              <a:rPr lang="en-US" sz="1000" dirty="0"/>
              <a:t>}</a:t>
            </a:r>
            <a:endParaRPr lang="en-US" sz="1000" dirty="0"/>
          </a:p>
          <a:p>
            <a:endParaRPr lang="en-US" sz="1000" dirty="0">
              <a:solidFill>
                <a:srgbClr val="00B050"/>
              </a:solidFill>
            </a:endParaRPr>
          </a:p>
          <a:p>
            <a:r>
              <a:rPr lang="en-US" sz="1000"/>
              <a:t>code  =  </a:t>
            </a:r>
            <a:r>
              <a:rPr lang="en-US" sz="1000" smtClean="0">
                <a:solidFill>
                  <a:srgbClr val="00B050"/>
                </a:solidFill>
              </a:rPr>
              <a:t>0|22 </a:t>
            </a:r>
            <a:r>
              <a:rPr lang="en-US" sz="1000">
                <a:solidFill>
                  <a:srgbClr val="00B050"/>
                </a:solidFill>
              </a:rPr>
              <a:t>=&gt; success</a:t>
            </a:r>
            <a:endParaRPr lang="en-US" sz="1000">
              <a:solidFill>
                <a:srgbClr val="00B050"/>
              </a:solidFill>
            </a:endParaRPr>
          </a:p>
          <a:p>
            <a:r>
              <a:rPr lang="en-US" sz="1000">
                <a:solidFill>
                  <a:schemeClr val="tx1"/>
                </a:solidFill>
              </a:rPr>
              <a:t>code !=  0 </a:t>
            </a:r>
            <a:r>
              <a:rPr lang="en-US" sz="1000">
                <a:solidFill>
                  <a:srgbClr val="FF0000"/>
                </a:solidFill>
              </a:rPr>
              <a:t>=&gt; error</a:t>
            </a:r>
            <a:endParaRPr lang="en-US" sz="1000" dirty="0">
              <a:solidFill>
                <a:srgbClr val="FF0000"/>
              </a:solidFill>
            </a:endParaRPr>
          </a:p>
        </p:txBody>
      </p:sp>
      <p:sp>
        <p:nvSpPr>
          <p:cNvPr id="2" name="TextBox 1"/>
          <p:cNvSpPr txBox="1"/>
          <p:nvPr/>
        </p:nvSpPr>
        <p:spPr>
          <a:xfrm>
            <a:off x="3891567" y="2401446"/>
            <a:ext cx="8107775" cy="2862322"/>
          </a:xfrm>
          <a:prstGeom prst="rect">
            <a:avLst/>
          </a:prstGeom>
          <a:noFill/>
        </p:spPr>
        <p:txBody>
          <a:bodyPr wrap="square" rtlCol="0">
            <a:spAutoFit/>
          </a:bodyPr>
          <a:lstStyle/>
          <a:p>
            <a:r>
              <a:rPr lang="en-US" sz="1000" b="1"/>
              <a:t>data_type</a:t>
            </a:r>
            <a:r>
              <a:rPr lang="en-US" sz="1000"/>
              <a:t> (string): Xác định loại hành động của API (Define DataType).</a:t>
            </a:r>
            <a:endParaRPr lang="en-US" sz="1000"/>
          </a:p>
          <a:p>
            <a:pPr marL="742950" lvl="1" indent="-285750">
              <a:buFont typeface="Arial" panose="020B0604020202020204" pitchFamily="34" charset="0"/>
              <a:buChar char="•"/>
            </a:pPr>
            <a:r>
              <a:rPr lang="en-US" sz="1000"/>
              <a:t>precheck: Kiểm tra tình trạng của PCB trước khi tiến hành lắp ráp (Check the condition of the PCB before assembly).</a:t>
            </a:r>
            <a:endParaRPr lang="en-US" sz="1000"/>
          </a:p>
          <a:p>
            <a:pPr marL="742950" lvl="1" indent="-285750">
              <a:buFont typeface="Arial" panose="020B0604020202020204" pitchFamily="34" charset="0"/>
              <a:buChar char="•"/>
            </a:pPr>
            <a:r>
              <a:rPr lang="en-US" sz="1000"/>
              <a:t>autolink: Gửi dữ liệu ghi nhận sau khi công đoạn hoàn tất (Send data after the operation is complete).</a:t>
            </a:r>
            <a:endParaRPr lang="en-US" sz="1000"/>
          </a:p>
          <a:p>
            <a:pPr marL="742950" lvl="1" indent="-285750">
              <a:buFont typeface="Arial" panose="020B0604020202020204" pitchFamily="34" charset="0"/>
              <a:buChar char="•"/>
            </a:pPr>
            <a:r>
              <a:rPr lang="en-US" sz="1000"/>
              <a:t>undo / reset: Lệnh hoàn tác hoặc chạy lại vòng lặp.</a:t>
            </a:r>
            <a:endParaRPr lang="en-US" sz="1000"/>
          </a:p>
          <a:p>
            <a:r>
              <a:rPr lang="en-US" sz="1000" b="1"/>
              <a:t>carriercode</a:t>
            </a:r>
            <a:r>
              <a:rPr lang="en-US" sz="1000"/>
              <a:t> (string): Mã dữ liệu của đồ gá/khay chứa.</a:t>
            </a:r>
            <a:endParaRPr lang="en-US" sz="1000"/>
          </a:p>
          <a:p>
            <a:r>
              <a:rPr lang="en-US" sz="1000" b="1"/>
              <a:t>serialnumber</a:t>
            </a:r>
            <a:r>
              <a:rPr lang="en-US" sz="1000"/>
              <a:t> (string): Mã số sê-ri của sản phẩm.</a:t>
            </a:r>
            <a:endParaRPr lang="en-US" sz="1000"/>
          </a:p>
          <a:p>
            <a:r>
              <a:rPr lang="en-US" sz="1000" b="1"/>
              <a:t>kps</a:t>
            </a:r>
            <a:r>
              <a:rPr lang="en-US" sz="1000"/>
              <a:t> (Array): Danh sách linh kiện (Keyparts).</a:t>
            </a:r>
            <a:endParaRPr lang="en-US" sz="1000"/>
          </a:p>
          <a:p>
            <a:r>
              <a:rPr lang="en-US" sz="1000" b="1"/>
              <a:t>kpname</a:t>
            </a:r>
            <a:r>
              <a:rPr lang="en-US" sz="1000"/>
              <a:t>: Định nghĩa tên nguyên vật liệu dựa trên dây chuyền sản xuất thực tế (Define material name based on production line). Ví dụ: COOLING_PLATE, COVER, HOLDER, FPC.</a:t>
            </a:r>
            <a:endParaRPr lang="en-US" sz="1000"/>
          </a:p>
          <a:p>
            <a:r>
              <a:rPr lang="en-US" sz="1000" b="1"/>
              <a:t>kpvalue</a:t>
            </a:r>
            <a:r>
              <a:rPr lang="en-US" sz="1000"/>
              <a:t>: Giá trị mã vạch hoặc dữ liệu của nguyên vật liệu tương ứng.</a:t>
            </a:r>
            <a:endParaRPr lang="en-US" sz="1000"/>
          </a:p>
          <a:p>
            <a:r>
              <a:rPr lang="en-US" sz="1000" b="1"/>
              <a:t>step</a:t>
            </a:r>
            <a:r>
              <a:rPr lang="en-US" sz="1000"/>
              <a:t> (string): Định danh vị trí máy trên dây chuyền tự động (Machine identifier in automation line). Ví dụ: STEP01 = Machine 1, STEP02 = Machine 2, STEPXX = Machine XX.</a:t>
            </a:r>
            <a:endParaRPr lang="en-US" sz="1000"/>
          </a:p>
          <a:p>
            <a:r>
              <a:rPr lang="en-US" sz="1000" b="1"/>
              <a:t>stationip</a:t>
            </a:r>
            <a:r>
              <a:rPr lang="en-US" sz="1000"/>
              <a:t> (string): Địa chỉ IP của máy tính tại trạm (Machine PC IP address).</a:t>
            </a:r>
            <a:endParaRPr lang="en-US" sz="1000"/>
          </a:p>
          <a:p>
            <a:r>
              <a:rPr lang="en-US" sz="1000" b="1"/>
              <a:t>cycletime</a:t>
            </a:r>
            <a:r>
              <a:rPr lang="en-US" sz="1000"/>
              <a:t> (double/number): Thời gian hoàn thành chu trình xử lý, tính bằng giây (Processing cycle time in seconds).</a:t>
            </a:r>
            <a:endParaRPr lang="en-US" sz="1000"/>
          </a:p>
          <a:p>
            <a:r>
              <a:rPr lang="en-US" sz="1000" b="1"/>
              <a:t>groupname</a:t>
            </a:r>
            <a:r>
              <a:rPr lang="en-US" sz="1000"/>
              <a:t> (string): Nhóm trạm được cấu hình trong hệ thống SFC (Station group configured in SFC system). Ví dụ: ASSY_STIFFENER.</a:t>
            </a:r>
            <a:endParaRPr lang="en-US" sz="1000"/>
          </a:p>
          <a:p>
            <a:r>
              <a:rPr lang="en-US" sz="1000" b="1"/>
              <a:t>result</a:t>
            </a:r>
            <a:r>
              <a:rPr lang="en-US" sz="1000"/>
              <a:t> / </a:t>
            </a:r>
            <a:r>
              <a:rPr lang="en-US" sz="1000" b="1"/>
              <a:t>errorcode</a:t>
            </a:r>
            <a:r>
              <a:rPr lang="en-US" sz="1000"/>
              <a:t> (string): Kết quả kiểm tra và mã lỗi (Ví dụ: "N/A" nếu bỏ qua hoặc không có lỗi).</a:t>
            </a:r>
            <a:endParaRPr lang="en-US" sz="1000"/>
          </a:p>
          <a:p>
            <a:r>
              <a:rPr lang="en-US" sz="1000" b="1"/>
              <a:t>username</a:t>
            </a:r>
            <a:r>
              <a:rPr lang="en-US" sz="1000"/>
              <a:t> / </a:t>
            </a:r>
            <a:r>
              <a:rPr lang="en-US" sz="1000" b="1"/>
              <a:t>password</a:t>
            </a:r>
            <a:r>
              <a:rPr lang="en-US" sz="1000"/>
              <a:t> (string): Tài khoản mã nhân viên thiết lập máy (Ví dụ: "V0923834").</a:t>
            </a:r>
            <a:endParaRPr lang="en-US" sz="1000"/>
          </a:p>
          <a:p>
            <a:r>
              <a:rPr lang="en-US" sz="1000" b="1"/>
              <a:t>aoidata</a:t>
            </a:r>
            <a:r>
              <a:rPr lang="en-US" sz="1000"/>
              <a:t> (string/object): Dữ liệu mở rộng.</a:t>
            </a:r>
            <a:endParaRPr lang="en-US" sz="1000"/>
          </a:p>
        </p:txBody>
      </p:sp>
      <p:graphicFrame>
        <p:nvGraphicFramePr>
          <p:cNvPr id="12" name="Table 11"/>
          <p:cNvGraphicFramePr>
            <a:graphicFrameLocks noGrp="1"/>
          </p:cNvGraphicFramePr>
          <p:nvPr/>
        </p:nvGraphicFramePr>
        <p:xfrm>
          <a:off x="982187" y="5831313"/>
          <a:ext cx="8232587" cy="1097280"/>
        </p:xfrm>
        <a:graphic>
          <a:graphicData uri="http://schemas.openxmlformats.org/drawingml/2006/table">
            <a:tbl>
              <a:tblPr firstRow="1" bandRow="1">
                <a:tableStyleId>{69012ECD-51FC-41F1-AA8D-1B2483CD663E}</a:tableStyleId>
              </a:tblPr>
              <a:tblGrid>
                <a:gridCol w="886725"/>
                <a:gridCol w="1125643"/>
                <a:gridCol w="6220219"/>
              </a:tblGrid>
              <a:tr h="286069">
                <a:tc>
                  <a:txBody>
                    <a:bodyPr/>
                    <a:lstStyle/>
                    <a:p>
                      <a:pPr algn="ctr"/>
                      <a:r>
                        <a:rPr lang="en-US" sz="1200" b="0">
                          <a:solidFill>
                            <a:schemeClr val="tx1"/>
                          </a:solidFill>
                        </a:rPr>
                        <a:t>TEST</a:t>
                      </a:r>
                      <a:endParaRPr lang="en-US" sz="12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baseline="0" smtClean="0">
                          <a:solidFill>
                            <a:schemeClr val="tx1"/>
                          </a:solidFill>
                        </a:rPr>
                        <a:t>SWB PCBA</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b="0" smtClean="0">
                          <a:solidFill>
                            <a:schemeClr val="tx1"/>
                          </a:solidFill>
                        </a:rPr>
                        <a:t>http://10.220.130.20:2222/test1/api/ODMMachine/Automation/AutoApiSalamandra</a:t>
                      </a:r>
                      <a:endParaRPr lang="en-US" sz="12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sz="1200" b="0" dirty="0">
                          <a:solidFill>
                            <a:schemeClr val="tx1"/>
                          </a:solidFill>
                        </a:rPr>
                        <a:t>ONLINE</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smtClean="0">
                          <a:solidFill>
                            <a:schemeClr val="tx1"/>
                          </a:solidFill>
                        </a:rPr>
                        <a:t>SWB</a:t>
                      </a:r>
                      <a:r>
                        <a:rPr lang="en-US" sz="1200" b="0" baseline="0" smtClean="0">
                          <a:solidFill>
                            <a:schemeClr val="tx1"/>
                          </a:solidFill>
                        </a:rPr>
                        <a:t> PCBA</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b="0" smtClean="0">
                          <a:solidFill>
                            <a:schemeClr val="tx1"/>
                          </a:solidFill>
                        </a:rPr>
                        <a:t>http://10.220.130.20:2222/api/ODMMachine/Automation/AutoApiSalamandra</a:t>
                      </a:r>
                      <a:endParaRPr lang="en-US" sz="1200" b="0" smtClean="0">
                        <a:solidFill>
                          <a:schemeClr val="tx1"/>
                        </a:solidFill>
                      </a:endParaRPr>
                    </a:p>
                    <a:p>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39098" y="1825625"/>
            <a:ext cx="9713804" cy="4351338"/>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38200" y="1834796"/>
            <a:ext cx="10515600" cy="4332996"/>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DESCRIPTION GENERAL </a:t>
            </a:r>
            <a:r>
              <a:rPr lang="en-US" sz="2800">
                <a:solidFill>
                  <a:srgbClr val="FF0000"/>
                </a:solidFill>
                <a:latin typeface="Calibri" panose="020F0502020204030204" pitchFamily="34" charset="0"/>
                <a:ea typeface="Calibri" panose="020F0502020204030204" pitchFamily="34" charset="0"/>
                <a:cs typeface="Calibri" panose="020F0502020204030204" pitchFamily="34" charset="0"/>
              </a:rPr>
              <a:t>[PRECHECK]</a:t>
            </a:r>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 API FORMAT</a:t>
            </a: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64561" y="462752"/>
            <a:ext cx="3710688" cy="366254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Request</a:t>
            </a:r>
            <a:endParaRPr lang="en-US" sz="2400" dirty="0">
              <a:solidFill>
                <a:srgbClr val="00B050"/>
              </a:solidFill>
            </a:endParaRPr>
          </a:p>
          <a:p>
            <a:endParaRPr lang="en-US" sz="800" dirty="0"/>
          </a:p>
          <a:p>
            <a:r>
              <a:rPr lang="en-US" sz="1000"/>
              <a:t>{</a:t>
            </a:r>
            <a:endParaRPr lang="en-US" sz="1000"/>
          </a:p>
          <a:p>
            <a:r>
              <a:rPr lang="en-US" sz="1000"/>
              <a:t>  "carriercode": "{carrier code}",</a:t>
            </a:r>
            <a:endParaRPr lang="en-US" sz="1000"/>
          </a:p>
          <a:p>
            <a:r>
              <a:rPr lang="en-US" sz="1000"/>
              <a:t>  "serialnumber": "{serial number}",</a:t>
            </a:r>
            <a:endParaRPr lang="en-US" sz="1000"/>
          </a:p>
          <a:p>
            <a:r>
              <a:rPr lang="en-US" sz="1000"/>
              <a:t>  "kps": [</a:t>
            </a:r>
            <a:endParaRPr lang="en-US" sz="1000"/>
          </a:p>
          <a:p>
            <a:r>
              <a:rPr lang="en-US" sz="1000"/>
              <a:t>    {</a:t>
            </a:r>
            <a:endParaRPr lang="en-US" sz="1000"/>
          </a:p>
          <a:p>
            <a:r>
              <a:rPr lang="en-US" sz="1000"/>
              <a:t>      "kpname": "{material name}",</a:t>
            </a:r>
            <a:endParaRPr lang="en-US" sz="1000"/>
          </a:p>
          <a:p>
            <a:r>
              <a:rPr lang="en-US" sz="1000"/>
              <a:t>      "kpvalue": "{material value}"</a:t>
            </a:r>
            <a:endParaRPr lang="en-US" sz="1000"/>
          </a:p>
          <a:p>
            <a:r>
              <a:rPr lang="en-US" sz="1000"/>
              <a:t>    },</a:t>
            </a:r>
            <a:endParaRPr lang="en-US" sz="1000"/>
          </a:p>
          <a:p>
            <a:r>
              <a:rPr lang="en-US" sz="1000"/>
              <a:t>    {</a:t>
            </a:r>
            <a:endParaRPr lang="en-US" sz="1000"/>
          </a:p>
          <a:p>
            <a:r>
              <a:rPr lang="en-US" sz="1000"/>
              <a:t>      "kpname": "{ ... }",</a:t>
            </a:r>
            <a:endParaRPr lang="en-US" sz="1000"/>
          </a:p>
          <a:p>
            <a:r>
              <a:rPr lang="en-US" sz="1000"/>
              <a:t>      "kpvalue": "{ ... }"</a:t>
            </a:r>
            <a:endParaRPr lang="en-US" sz="1000"/>
          </a:p>
          <a:p>
            <a:r>
              <a:rPr lang="en-US" sz="1000"/>
              <a:t>    }</a:t>
            </a:r>
            <a:endParaRPr lang="en-US" sz="1000"/>
          </a:p>
          <a:p>
            <a:r>
              <a:rPr lang="en-US" sz="1000"/>
              <a:t>  ],</a:t>
            </a:r>
            <a:endParaRPr lang="en-US" sz="1000"/>
          </a:p>
          <a:p>
            <a:r>
              <a:rPr lang="en-US" sz="1000"/>
              <a:t>  "data_type": "PRECHECK",</a:t>
            </a:r>
            <a:endParaRPr lang="en-US" sz="1000"/>
          </a:p>
          <a:p>
            <a:r>
              <a:rPr lang="en-US" sz="1000"/>
              <a:t>  "stationip": "{machine ip address}",</a:t>
            </a:r>
            <a:endParaRPr lang="en-US" sz="1000"/>
          </a:p>
          <a:p>
            <a:r>
              <a:rPr lang="en-US" sz="1000"/>
              <a:t>  "groupname": "{group name}",</a:t>
            </a:r>
            <a:endParaRPr lang="en-US" sz="1000"/>
          </a:p>
          <a:p>
            <a:r>
              <a:rPr lang="en-US" sz="1000"/>
              <a:t>  "step": "STEPXX",</a:t>
            </a:r>
            <a:endParaRPr lang="en-US" sz="1000"/>
          </a:p>
          <a:p>
            <a:r>
              <a:rPr lang="en-US" sz="1000"/>
              <a:t>  "username": "V0923834",</a:t>
            </a:r>
            <a:endParaRPr lang="en-US" sz="1000"/>
          </a:p>
          <a:p>
            <a:r>
              <a:rPr lang="en-US" sz="1000"/>
              <a:t>  "password": "V0923834"</a:t>
            </a:r>
            <a:endParaRPr lang="en-US" sz="1000"/>
          </a:p>
          <a:p>
            <a:r>
              <a:rPr lang="en-US" sz="1000"/>
              <a:t>}</a:t>
            </a:r>
            <a:endParaRPr lang="en-US" sz="800" dirty="0">
              <a:solidFill>
                <a:srgbClr val="FF0000"/>
              </a:solidFill>
            </a:endParaRPr>
          </a:p>
        </p:txBody>
      </p:sp>
      <p:sp>
        <p:nvSpPr>
          <p:cNvPr id="7" name="TextBox 6"/>
          <p:cNvSpPr txBox="1"/>
          <p:nvPr/>
        </p:nvSpPr>
        <p:spPr>
          <a:xfrm>
            <a:off x="3891568" y="462752"/>
            <a:ext cx="3710688" cy="184665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a:t>
            </a:r>
            <a:r>
              <a:rPr lang="en-US" sz="2400" dirty="0" err="1">
                <a:solidFill>
                  <a:srgbClr val="00B050"/>
                </a:solidFill>
              </a:rPr>
              <a:t>Respone</a:t>
            </a:r>
            <a:endParaRPr lang="en-US" sz="2400" dirty="0">
              <a:solidFill>
                <a:srgbClr val="00B050"/>
              </a:solidFill>
            </a:endParaRPr>
          </a:p>
          <a:p>
            <a:r>
              <a:rPr lang="en-US" sz="1000" dirty="0">
                <a:solidFill>
                  <a:srgbClr val="00B050"/>
                </a:solidFill>
              </a:rPr>
              <a:t>Receive</a:t>
            </a:r>
            <a:endParaRPr lang="en-US" sz="1000" dirty="0"/>
          </a:p>
          <a:p>
            <a:r>
              <a:rPr lang="en-US" sz="1000" dirty="0"/>
              <a:t>{</a:t>
            </a:r>
            <a:endParaRPr lang="en-US" sz="1000" dirty="0"/>
          </a:p>
          <a:p>
            <a:r>
              <a:rPr lang="en-US" sz="1000" dirty="0"/>
              <a:t>    "code": 0,</a:t>
            </a:r>
            <a:endParaRPr lang="en-US" sz="1000" dirty="0"/>
          </a:p>
          <a:p>
            <a:r>
              <a:rPr lang="en-US" sz="1000" dirty="0"/>
              <a:t>    "message</a:t>
            </a:r>
            <a:r>
              <a:rPr lang="en-US" sz="1000"/>
              <a:t>": "success",</a:t>
            </a:r>
            <a:endParaRPr lang="en-US" sz="1000" dirty="0"/>
          </a:p>
          <a:p>
            <a:r>
              <a:rPr lang="en-US" sz="1000" dirty="0"/>
              <a:t>     </a:t>
            </a:r>
            <a:r>
              <a:rPr lang="en-US" sz="1000"/>
              <a:t>“data": "…"</a:t>
            </a:r>
            <a:endParaRPr lang="en-US" sz="1000" dirty="0"/>
          </a:p>
          <a:p>
            <a:r>
              <a:rPr lang="en-US" sz="1000" dirty="0"/>
              <a:t>}</a:t>
            </a:r>
            <a:endParaRPr lang="en-US" sz="1000" dirty="0"/>
          </a:p>
          <a:p>
            <a:endParaRPr lang="en-US" sz="1000" dirty="0">
              <a:solidFill>
                <a:srgbClr val="00B050"/>
              </a:solidFill>
            </a:endParaRPr>
          </a:p>
          <a:p>
            <a:r>
              <a:rPr lang="en-US" sz="1000"/>
              <a:t>code  =  </a:t>
            </a:r>
            <a:r>
              <a:rPr lang="en-US" sz="1000">
                <a:solidFill>
                  <a:srgbClr val="00B050"/>
                </a:solidFill>
              </a:rPr>
              <a:t>0 =&gt; success</a:t>
            </a:r>
            <a:endParaRPr lang="en-US" sz="1000">
              <a:solidFill>
                <a:srgbClr val="00B050"/>
              </a:solidFill>
            </a:endParaRPr>
          </a:p>
          <a:p>
            <a:r>
              <a:rPr lang="en-US" sz="1000">
                <a:solidFill>
                  <a:schemeClr val="tx1"/>
                </a:solidFill>
              </a:rPr>
              <a:t>code !=  0 </a:t>
            </a:r>
            <a:r>
              <a:rPr lang="en-US" sz="1000">
                <a:solidFill>
                  <a:srgbClr val="FF0000"/>
                </a:solidFill>
              </a:rPr>
              <a:t>=&gt; error</a:t>
            </a:r>
            <a:endParaRPr lang="en-US" sz="1000" dirty="0">
              <a:solidFill>
                <a:srgbClr val="FF0000"/>
              </a:solidFill>
            </a:endParaRPr>
          </a:p>
        </p:txBody>
      </p:sp>
      <p:sp>
        <p:nvSpPr>
          <p:cNvPr id="2" name="TextBox 1"/>
          <p:cNvSpPr txBox="1"/>
          <p:nvPr/>
        </p:nvSpPr>
        <p:spPr>
          <a:xfrm>
            <a:off x="3891567" y="2401446"/>
            <a:ext cx="8107775" cy="1938992"/>
          </a:xfrm>
          <a:prstGeom prst="rect">
            <a:avLst/>
          </a:prstGeom>
          <a:noFill/>
        </p:spPr>
        <p:txBody>
          <a:bodyPr wrap="square" rtlCol="0">
            <a:spAutoFit/>
          </a:bodyPr>
          <a:lstStyle/>
          <a:p>
            <a:r>
              <a:rPr lang="en-US" sz="1000" b="1"/>
              <a:t>data_type:</a:t>
            </a:r>
            <a:r>
              <a:rPr lang="en-US" sz="1000"/>
              <a:t> Bắt buộc là "PRECHECK" để định nghĩa loại hành động (Mandatory is "PRECHECK" to define the action type).</a:t>
            </a:r>
            <a:endParaRPr lang="en-US" sz="1000"/>
          </a:p>
          <a:p>
            <a:r>
              <a:rPr lang="en-US" sz="1000" b="1"/>
              <a:t>carriercode:</a:t>
            </a:r>
            <a:r>
              <a:rPr lang="en-US" sz="1000"/>
              <a:t> Mã dữ liệu của đồ gá/khay chứa (Carrier code of the fixture/tray).</a:t>
            </a:r>
            <a:endParaRPr lang="en-US" sz="1000"/>
          </a:p>
          <a:p>
            <a:r>
              <a:rPr lang="en-US" sz="1000" b="1"/>
              <a:t>serialnumber:</a:t>
            </a:r>
            <a:r>
              <a:rPr lang="en-US" sz="1000"/>
              <a:t> Mã số sê-ri của sản phẩm (Serial number of the product).</a:t>
            </a:r>
            <a:endParaRPr lang="en-US" sz="1000"/>
          </a:p>
          <a:p>
            <a:r>
              <a:rPr lang="en-US" sz="1000" b="1"/>
              <a:t>kps:</a:t>
            </a:r>
            <a:r>
              <a:rPr lang="en-US" sz="1000"/>
              <a:t> Danh sách linh kiện cần đối soát (List of keyparts for verification).</a:t>
            </a:r>
            <a:endParaRPr lang="en-US" sz="1000"/>
          </a:p>
          <a:p>
            <a:pPr marL="628650" lvl="1" indent="-171450">
              <a:buFont typeface="Arial" panose="020B0604020202020204" pitchFamily="34" charset="0"/>
              <a:buChar char="•"/>
            </a:pPr>
            <a:r>
              <a:rPr lang="en-US" sz="1000" b="1"/>
              <a:t>kpname:</a:t>
            </a:r>
            <a:r>
              <a:rPr lang="en-US" sz="1000"/>
              <a:t> Định nghĩa tên nguyên vật liệu dựa trên dây chuyền sản xuất thực tế (Define material name based on production line). </a:t>
            </a:r>
            <a:r>
              <a:rPr lang="en-US" sz="1000" i="1"/>
              <a:t>Ví dụ (Example): COOLING_PLATE, COVER, HOLDER, FPC</a:t>
            </a:r>
            <a:r>
              <a:rPr lang="en-US" sz="1000"/>
              <a:t>.</a:t>
            </a:r>
            <a:endParaRPr lang="en-US" sz="1000"/>
          </a:p>
          <a:p>
            <a:pPr marL="628650" lvl="1" indent="-171450">
              <a:buFont typeface="Arial" panose="020B0604020202020204" pitchFamily="34" charset="0"/>
              <a:buChar char="•"/>
            </a:pPr>
            <a:r>
              <a:rPr lang="en-US" sz="1000" b="1"/>
              <a:t>kpvalue:</a:t>
            </a:r>
            <a:r>
              <a:rPr lang="en-US" sz="1000"/>
              <a:t> Giá trị mã vạch hoặc dữ liệu của nguyên vật liệu tương ứng (Barcode value or data of the corresponding material).</a:t>
            </a:r>
            <a:endParaRPr lang="en-US" sz="1000"/>
          </a:p>
          <a:p>
            <a:r>
              <a:rPr lang="en-US" sz="1000" b="1"/>
              <a:t>stationip:</a:t>
            </a:r>
            <a:r>
              <a:rPr lang="en-US" sz="1000"/>
              <a:t> Địa chỉ IP của máy tính tại trạm (Machine PC IP address).</a:t>
            </a:r>
            <a:endParaRPr lang="en-US" sz="1000"/>
          </a:p>
          <a:p>
            <a:r>
              <a:rPr lang="en-US" sz="1000" b="1"/>
              <a:t>groupname:</a:t>
            </a:r>
            <a:r>
              <a:rPr lang="en-US" sz="1000"/>
              <a:t> Nhóm trạm được cấu hình trong hệ thống SFC (Station group configured in SFC system).</a:t>
            </a:r>
            <a:endParaRPr lang="en-US" sz="1000"/>
          </a:p>
          <a:p>
            <a:r>
              <a:rPr lang="en-US" sz="1000" b="1"/>
              <a:t>step:</a:t>
            </a:r>
            <a:r>
              <a:rPr lang="en-US" sz="1000"/>
              <a:t> Định danh vị trí máy trên dây chuyền tự động (Machine identifier in automation line). STEP được sử dụng để xác định vị trí máy (STEP is used to identify machine position). </a:t>
            </a:r>
            <a:r>
              <a:rPr lang="en-US" sz="1000" i="1"/>
              <a:t>Ví dụ (Example): STEP01 = Machine 1, STEP02 = Machine 2, STEPXX = Machine XX</a:t>
            </a:r>
            <a:r>
              <a:rPr lang="en-US" sz="1000"/>
              <a:t>.</a:t>
            </a:r>
            <a:endParaRPr lang="en-US" sz="1000"/>
          </a:p>
          <a:p>
            <a:r>
              <a:rPr lang="en-US" sz="1000" b="1"/>
              <a:t>username / password:</a:t>
            </a:r>
            <a:r>
              <a:rPr lang="en-US" sz="1000"/>
              <a:t> Tài khoản mã nhân viên thiết lập máy (Employee login credentials for machine setup).</a:t>
            </a:r>
            <a:endParaRPr lang="en-US" sz="1000"/>
          </a:p>
        </p:txBody>
      </p:sp>
      <p:sp>
        <p:nvSpPr>
          <p:cNvPr id="3" name="TextBox 2"/>
          <p:cNvSpPr txBox="1"/>
          <p:nvPr/>
        </p:nvSpPr>
        <p:spPr>
          <a:xfrm>
            <a:off x="7718575" y="462751"/>
            <a:ext cx="4280767" cy="923330"/>
          </a:xfrm>
          <a:prstGeom prst="rect">
            <a:avLst/>
          </a:prstGeom>
          <a:noFill/>
        </p:spPr>
        <p:txBody>
          <a:bodyPr wrap="square" rtlCol="0">
            <a:spAutoFit/>
          </a:bodyPr>
          <a:lstStyle/>
          <a:p>
            <a:r>
              <a:rPr lang="en-US"/>
              <a:t>Kiểm tra tình trạng của bản mạch (PCB) trước khi tiến hành lắp ráp (Check the condition of the PCB before assembly).</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DESCRIPTION GENERAL </a:t>
            </a:r>
            <a:r>
              <a:rPr lang="en-US" sz="2800">
                <a:solidFill>
                  <a:srgbClr val="FF0000"/>
                </a:solidFill>
                <a:latin typeface="Calibri" panose="020F0502020204030204" pitchFamily="34" charset="0"/>
                <a:ea typeface="Calibri" panose="020F0502020204030204" pitchFamily="34" charset="0"/>
                <a:cs typeface="Calibri" panose="020F0502020204030204" pitchFamily="34" charset="0"/>
              </a:rPr>
              <a:t>[AUTOLINK]</a:t>
            </a:r>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 API FORMAT</a:t>
            </a: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64561" y="462752"/>
            <a:ext cx="3710688" cy="38164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Request</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carriercode</a:t>
            </a:r>
            <a:r>
              <a:rPr lang="en-US" sz="1000" dirty="0"/>
              <a:t>": "{carrier code}",</a:t>
            </a:r>
            <a:endParaRPr lang="en-US" sz="1000" dirty="0"/>
          </a:p>
          <a:p>
            <a:r>
              <a:rPr lang="en-US" sz="1000" dirty="0"/>
              <a:t>  "</a:t>
            </a:r>
            <a:r>
              <a:rPr lang="en-US" sz="1000" dirty="0" err="1"/>
              <a:t>serialnumber</a:t>
            </a:r>
            <a:r>
              <a:rPr lang="en-US" sz="1000" dirty="0"/>
              <a:t>": "{serial number}",</a:t>
            </a:r>
            <a:endParaRPr lang="en-US" sz="1000" dirty="0"/>
          </a:p>
          <a:p>
            <a:r>
              <a:rPr lang="en-US" sz="1000" dirty="0"/>
              <a:t>  "</a:t>
            </a:r>
            <a:r>
              <a:rPr lang="en-US" sz="1000" dirty="0" err="1"/>
              <a:t>kps</a:t>
            </a:r>
            <a:r>
              <a:rPr lang="en-US" sz="1000" dirty="0"/>
              <a:t>": [</a:t>
            </a:r>
            <a:endParaRPr lang="en-US" sz="1000" dirty="0"/>
          </a:p>
          <a:p>
            <a:r>
              <a:rPr lang="en-US" sz="1000" dirty="0"/>
              <a:t>    {</a:t>
            </a:r>
            <a:endParaRPr lang="en-US" sz="1000" dirty="0"/>
          </a:p>
          <a:p>
            <a:r>
              <a:rPr lang="en-US" sz="1000" dirty="0"/>
              <a:t>      "</a:t>
            </a:r>
            <a:r>
              <a:rPr lang="en-US" sz="1000" dirty="0" err="1"/>
              <a:t>kpname</a:t>
            </a:r>
            <a:r>
              <a:rPr lang="en-US" sz="1000" dirty="0"/>
              <a:t>": "{material name}",</a:t>
            </a:r>
            <a:endParaRPr lang="en-US" sz="1000" dirty="0"/>
          </a:p>
          <a:p>
            <a:r>
              <a:rPr lang="en-US" sz="1000" dirty="0"/>
              <a:t>      "</a:t>
            </a:r>
            <a:r>
              <a:rPr lang="en-US" sz="1000" dirty="0" err="1"/>
              <a:t>kpvalue</a:t>
            </a:r>
            <a:r>
              <a:rPr lang="en-US" sz="1000" dirty="0"/>
              <a:t>": "{material value}"</a:t>
            </a:r>
            <a:endParaRPr lang="en-US" sz="1000" dirty="0"/>
          </a:p>
          <a:p>
            <a:r>
              <a:rPr lang="en-US" sz="1000" dirty="0"/>
              <a:t>    }</a:t>
            </a:r>
            <a:endParaRPr lang="en-US" sz="1000" dirty="0"/>
          </a:p>
          <a:p>
            <a:r>
              <a:rPr lang="en-US" sz="1000" dirty="0"/>
              <a:t>  ],</a:t>
            </a:r>
            <a:endParaRPr lang="en-US" sz="1000" dirty="0"/>
          </a:p>
          <a:p>
            <a:r>
              <a:rPr lang="en-US" sz="1000" dirty="0"/>
              <a:t>  "step": "STEPXX",</a:t>
            </a:r>
            <a:endParaRPr lang="en-US" sz="1000" dirty="0"/>
          </a:p>
          <a:p>
            <a:r>
              <a:rPr lang="en-US" sz="1000" dirty="0"/>
              <a:t>  "result": "PASS/FAIL/N/A",</a:t>
            </a:r>
            <a:endParaRPr lang="en-US" sz="1000" dirty="0"/>
          </a:p>
          <a:p>
            <a:r>
              <a:rPr lang="en-US" sz="1000" dirty="0"/>
              <a:t>  "</a:t>
            </a:r>
            <a:r>
              <a:rPr lang="en-US" sz="1000" dirty="0" err="1"/>
              <a:t>errorcode</a:t>
            </a:r>
            <a:r>
              <a:rPr lang="en-US" sz="1000" dirty="0"/>
              <a:t>": "N/A",</a:t>
            </a:r>
            <a:endParaRPr lang="en-US" sz="1000" dirty="0"/>
          </a:p>
          <a:p>
            <a:r>
              <a:rPr lang="en-US" sz="1000" dirty="0"/>
              <a:t>  "</a:t>
            </a:r>
            <a:r>
              <a:rPr lang="en-US" sz="1000" dirty="0" err="1"/>
              <a:t>cycletime</a:t>
            </a:r>
            <a:r>
              <a:rPr lang="en-US" sz="1000" dirty="0"/>
              <a:t>": 12.5,</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data_type</a:t>
            </a:r>
            <a:r>
              <a:rPr lang="en-US" sz="1000" dirty="0"/>
              <a:t>": "AUTOLINK",</a:t>
            </a:r>
            <a:endParaRPr lang="en-US" sz="1000" dirty="0"/>
          </a:p>
          <a:p>
            <a:r>
              <a:rPr lang="en-US" sz="1000" dirty="0"/>
              <a:t>  "</a:t>
            </a:r>
            <a:r>
              <a:rPr lang="en-US" sz="1000" dirty="0" err="1"/>
              <a:t>groupname</a:t>
            </a:r>
            <a:r>
              <a:rPr lang="en-US" sz="1000" dirty="0"/>
              <a:t>": "{group name}",</a:t>
            </a:r>
            <a:endParaRPr lang="en-US" sz="1000" dirty="0"/>
          </a:p>
          <a:p>
            <a:r>
              <a:rPr lang="en-US" sz="1000" dirty="0"/>
              <a:t>  "</a:t>
            </a:r>
            <a:r>
              <a:rPr lang="en-US" sz="1000" dirty="0" err="1"/>
              <a:t>stationip</a:t>
            </a:r>
            <a:r>
              <a:rPr lang="en-US" sz="1000" dirty="0"/>
              <a:t>": "{machine </a:t>
            </a:r>
            <a:r>
              <a:rPr lang="en-US" sz="1000" dirty="0" err="1"/>
              <a:t>ip</a:t>
            </a:r>
            <a:r>
              <a:rPr lang="en-US" sz="1000" dirty="0"/>
              <a:t> address}",</a:t>
            </a:r>
            <a:endParaRPr lang="en-US" sz="1000" dirty="0"/>
          </a:p>
          <a:p>
            <a:r>
              <a:rPr lang="en-US" sz="1000" dirty="0"/>
              <a:t>  "</a:t>
            </a:r>
            <a:r>
              <a:rPr lang="en-US" sz="1000" dirty="0" err="1"/>
              <a:t>aoidata</a:t>
            </a:r>
            <a:r>
              <a:rPr lang="en-US" sz="1000" dirty="0"/>
              <a:t>": "{</a:t>
            </a:r>
            <a:r>
              <a:rPr lang="en-US" sz="1000" dirty="0" err="1"/>
              <a:t>aoi</a:t>
            </a:r>
            <a:r>
              <a:rPr lang="en-US" sz="1000" dirty="0"/>
              <a:t> data}",</a:t>
            </a:r>
            <a:endParaRPr lang="en-US" sz="1000" dirty="0"/>
          </a:p>
          <a:p>
            <a:r>
              <a:rPr lang="en-US" sz="1000" dirty="0"/>
              <a:t>  "</a:t>
            </a:r>
            <a:r>
              <a:rPr lang="en-US" sz="1000" dirty="0" err="1"/>
              <a:t>screwdata</a:t>
            </a:r>
            <a:r>
              <a:rPr lang="en-US" sz="1000" dirty="0"/>
              <a:t>": "{screw data}"</a:t>
            </a:r>
            <a:endParaRPr lang="en-US" sz="1000" dirty="0"/>
          </a:p>
          <a:p>
            <a:r>
              <a:rPr lang="en-US" sz="1000" dirty="0"/>
              <a:t>}</a:t>
            </a:r>
            <a:endParaRPr lang="en-US" sz="800" dirty="0">
              <a:solidFill>
                <a:srgbClr val="FF0000"/>
              </a:solidFill>
            </a:endParaRPr>
          </a:p>
        </p:txBody>
      </p:sp>
      <p:sp>
        <p:nvSpPr>
          <p:cNvPr id="7" name="TextBox 6"/>
          <p:cNvSpPr txBox="1"/>
          <p:nvPr/>
        </p:nvSpPr>
        <p:spPr>
          <a:xfrm>
            <a:off x="3891568" y="462752"/>
            <a:ext cx="3710688" cy="169277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a:t>
            </a:r>
            <a:r>
              <a:rPr lang="en-US" sz="2400" dirty="0" err="1">
                <a:solidFill>
                  <a:srgbClr val="00B050"/>
                </a:solidFill>
              </a:rPr>
              <a:t>Respone</a:t>
            </a:r>
            <a:endParaRPr lang="en-US" sz="2400" dirty="0">
              <a:solidFill>
                <a:srgbClr val="00B050"/>
              </a:solidFill>
            </a:endParaRPr>
          </a:p>
          <a:p>
            <a:r>
              <a:rPr lang="en-US" sz="1000" dirty="0">
                <a:solidFill>
                  <a:srgbClr val="00B050"/>
                </a:solidFill>
              </a:rPr>
              <a:t>Receive</a:t>
            </a:r>
            <a:endParaRPr lang="en-US" sz="1000" dirty="0"/>
          </a:p>
          <a:p>
            <a:r>
              <a:rPr lang="en-US" sz="1000" dirty="0"/>
              <a:t>{</a:t>
            </a:r>
            <a:endParaRPr lang="en-US" sz="1000" dirty="0"/>
          </a:p>
          <a:p>
            <a:r>
              <a:rPr lang="en-US" sz="1000" dirty="0"/>
              <a:t>    "code": 0,</a:t>
            </a:r>
            <a:endParaRPr lang="en-US" sz="1000" dirty="0"/>
          </a:p>
          <a:p>
            <a:r>
              <a:rPr lang="en-US" sz="1000" dirty="0"/>
              <a:t>    "message</a:t>
            </a:r>
            <a:r>
              <a:rPr lang="en-US" sz="1000"/>
              <a:t>": "success"</a:t>
            </a:r>
            <a:endParaRPr lang="en-US" sz="1000" dirty="0"/>
          </a:p>
          <a:p>
            <a:r>
              <a:rPr lang="en-US" sz="1000" dirty="0"/>
              <a:t>}</a:t>
            </a:r>
            <a:endParaRPr lang="en-US" sz="1000" dirty="0"/>
          </a:p>
          <a:p>
            <a:endParaRPr lang="en-US" sz="1000" dirty="0">
              <a:solidFill>
                <a:srgbClr val="00B050"/>
              </a:solidFill>
            </a:endParaRPr>
          </a:p>
          <a:p>
            <a:r>
              <a:rPr lang="en-US" sz="1000"/>
              <a:t>code  =  </a:t>
            </a:r>
            <a:r>
              <a:rPr lang="en-US" sz="1000">
                <a:solidFill>
                  <a:srgbClr val="00B050"/>
                </a:solidFill>
              </a:rPr>
              <a:t>0 =&gt; success</a:t>
            </a:r>
            <a:endParaRPr lang="en-US" sz="1000">
              <a:solidFill>
                <a:srgbClr val="00B050"/>
              </a:solidFill>
            </a:endParaRPr>
          </a:p>
          <a:p>
            <a:r>
              <a:rPr lang="en-US" sz="1000">
                <a:solidFill>
                  <a:schemeClr val="tx1"/>
                </a:solidFill>
              </a:rPr>
              <a:t>code !=  0 </a:t>
            </a:r>
            <a:r>
              <a:rPr lang="en-US" sz="1000">
                <a:solidFill>
                  <a:srgbClr val="FF0000"/>
                </a:solidFill>
              </a:rPr>
              <a:t>=&gt; error</a:t>
            </a:r>
            <a:endParaRPr lang="en-US" sz="1000" dirty="0">
              <a:solidFill>
                <a:srgbClr val="FF0000"/>
              </a:solidFill>
            </a:endParaRPr>
          </a:p>
        </p:txBody>
      </p:sp>
      <p:sp>
        <p:nvSpPr>
          <p:cNvPr id="2" name="TextBox 1"/>
          <p:cNvSpPr txBox="1"/>
          <p:nvPr/>
        </p:nvSpPr>
        <p:spPr>
          <a:xfrm>
            <a:off x="3891567" y="2401446"/>
            <a:ext cx="8107775" cy="2554545"/>
          </a:xfrm>
          <a:prstGeom prst="rect">
            <a:avLst/>
          </a:prstGeom>
          <a:noFill/>
        </p:spPr>
        <p:txBody>
          <a:bodyPr wrap="square" rtlCol="0">
            <a:spAutoFit/>
          </a:bodyPr>
          <a:lstStyle/>
          <a:p>
            <a:r>
              <a:rPr lang="en-US" sz="1000" b="1" dirty="0" err="1"/>
              <a:t>data_type</a:t>
            </a:r>
            <a:r>
              <a:rPr lang="en-US" sz="1000" b="1" dirty="0"/>
              <a:t>:</a:t>
            </a:r>
            <a:r>
              <a:rPr lang="en-US" sz="1000" dirty="0"/>
              <a:t> </a:t>
            </a:r>
            <a:r>
              <a:rPr lang="en-US" sz="1000" dirty="0" err="1"/>
              <a:t>Bắt</a:t>
            </a:r>
            <a:r>
              <a:rPr lang="en-US" sz="1000" dirty="0"/>
              <a:t> </a:t>
            </a:r>
            <a:r>
              <a:rPr lang="en-US" sz="1000" dirty="0" err="1"/>
              <a:t>buộc</a:t>
            </a:r>
            <a:r>
              <a:rPr lang="en-US" sz="1000" dirty="0"/>
              <a:t> </a:t>
            </a:r>
            <a:r>
              <a:rPr lang="en-US" sz="1000" dirty="0" err="1"/>
              <a:t>là</a:t>
            </a:r>
            <a:r>
              <a:rPr lang="en-US" sz="1000" dirty="0"/>
              <a:t> "AUTOLINK" </a:t>
            </a:r>
            <a:r>
              <a:rPr lang="en-US" sz="1000" dirty="0" err="1"/>
              <a:t>để</a:t>
            </a:r>
            <a:r>
              <a:rPr lang="en-US" sz="1000" dirty="0"/>
              <a:t> </a:t>
            </a:r>
            <a:r>
              <a:rPr lang="en-US" sz="1000" dirty="0" err="1"/>
              <a:t>định</a:t>
            </a:r>
            <a:r>
              <a:rPr lang="en-US" sz="1000" dirty="0"/>
              <a:t> </a:t>
            </a:r>
            <a:r>
              <a:rPr lang="en-US" sz="1000" dirty="0" err="1"/>
              <a:t>nghĩa</a:t>
            </a:r>
            <a:r>
              <a:rPr lang="en-US" sz="1000" dirty="0"/>
              <a:t> </a:t>
            </a:r>
            <a:r>
              <a:rPr lang="en-US" sz="1000" dirty="0" err="1"/>
              <a:t>loại</a:t>
            </a:r>
            <a:r>
              <a:rPr lang="en-US" sz="1000" dirty="0"/>
              <a:t> </a:t>
            </a:r>
            <a:r>
              <a:rPr lang="en-US" sz="1000" dirty="0" err="1"/>
              <a:t>hành</a:t>
            </a:r>
            <a:r>
              <a:rPr lang="en-US" sz="1000" dirty="0"/>
              <a:t> </a:t>
            </a:r>
            <a:r>
              <a:rPr lang="en-US" sz="1000" dirty="0" err="1"/>
              <a:t>động</a:t>
            </a:r>
            <a:r>
              <a:rPr lang="en-US" sz="1000" dirty="0"/>
              <a:t> (Mandatory is "AUTOLINK" to define the action type).</a:t>
            </a:r>
            <a:endParaRPr lang="en-US" sz="1000" dirty="0"/>
          </a:p>
          <a:p>
            <a:r>
              <a:rPr lang="en-US" sz="1000" b="1" dirty="0" err="1"/>
              <a:t>carriercode</a:t>
            </a:r>
            <a:r>
              <a:rPr lang="en-US" sz="1000" b="1" dirty="0"/>
              <a:t>:</a:t>
            </a:r>
            <a:r>
              <a:rPr lang="en-US" sz="1000" dirty="0"/>
              <a:t> </a:t>
            </a:r>
            <a:r>
              <a:rPr lang="en-US" sz="1000" dirty="0" err="1"/>
              <a:t>Mã</a:t>
            </a:r>
            <a:r>
              <a:rPr lang="en-US" sz="1000" dirty="0"/>
              <a:t> </a:t>
            </a:r>
            <a:r>
              <a:rPr lang="en-US" sz="1000" dirty="0" err="1"/>
              <a:t>dữ</a:t>
            </a:r>
            <a:r>
              <a:rPr lang="en-US" sz="1000" dirty="0"/>
              <a:t> </a:t>
            </a:r>
            <a:r>
              <a:rPr lang="en-US" sz="1000" dirty="0" err="1"/>
              <a:t>liệu</a:t>
            </a:r>
            <a:r>
              <a:rPr lang="en-US" sz="1000" dirty="0"/>
              <a:t> </a:t>
            </a:r>
            <a:r>
              <a:rPr lang="en-US" sz="1000" dirty="0" err="1"/>
              <a:t>của</a:t>
            </a:r>
            <a:r>
              <a:rPr lang="en-US" sz="1000" dirty="0"/>
              <a:t> </a:t>
            </a:r>
            <a:r>
              <a:rPr lang="en-US" sz="1000" dirty="0" err="1"/>
              <a:t>đồ</a:t>
            </a:r>
            <a:r>
              <a:rPr lang="en-US" sz="1000" dirty="0"/>
              <a:t> </a:t>
            </a:r>
            <a:r>
              <a:rPr lang="en-US" sz="1000" dirty="0" err="1"/>
              <a:t>gá</a:t>
            </a:r>
            <a:r>
              <a:rPr lang="en-US" sz="1000" dirty="0"/>
              <a:t>/</a:t>
            </a:r>
            <a:r>
              <a:rPr lang="en-US" sz="1000" dirty="0" err="1"/>
              <a:t>khay</a:t>
            </a:r>
            <a:r>
              <a:rPr lang="en-US" sz="1000" dirty="0"/>
              <a:t> </a:t>
            </a:r>
            <a:r>
              <a:rPr lang="en-US" sz="1000" dirty="0" err="1"/>
              <a:t>chứa</a:t>
            </a:r>
            <a:r>
              <a:rPr lang="en-US" sz="1000" dirty="0"/>
              <a:t> (Carrier code of the fixture/tray).</a:t>
            </a:r>
            <a:endParaRPr lang="en-US" sz="1000" dirty="0"/>
          </a:p>
          <a:p>
            <a:r>
              <a:rPr lang="en-US" sz="1000" b="1" dirty="0" err="1"/>
              <a:t>serialnumber</a:t>
            </a:r>
            <a:r>
              <a:rPr lang="en-US" sz="1000" b="1" dirty="0"/>
              <a:t>:</a:t>
            </a:r>
            <a:r>
              <a:rPr lang="en-US" sz="1000" dirty="0"/>
              <a:t> </a:t>
            </a:r>
            <a:r>
              <a:rPr lang="en-US" sz="1000" dirty="0" err="1"/>
              <a:t>Mã</a:t>
            </a:r>
            <a:r>
              <a:rPr lang="en-US" sz="1000" dirty="0"/>
              <a:t> </a:t>
            </a:r>
            <a:r>
              <a:rPr lang="en-US" sz="1000" dirty="0" err="1"/>
              <a:t>số</a:t>
            </a:r>
            <a:r>
              <a:rPr lang="en-US" sz="1000" dirty="0"/>
              <a:t> </a:t>
            </a:r>
            <a:r>
              <a:rPr lang="en-US" sz="1000" dirty="0" err="1"/>
              <a:t>sê-ri</a:t>
            </a:r>
            <a:r>
              <a:rPr lang="en-US" sz="1000" dirty="0"/>
              <a:t> </a:t>
            </a:r>
            <a:r>
              <a:rPr lang="en-US" sz="1000" dirty="0" err="1"/>
              <a:t>của</a:t>
            </a:r>
            <a:r>
              <a:rPr lang="en-US" sz="1000" dirty="0"/>
              <a:t> </a:t>
            </a:r>
            <a:r>
              <a:rPr lang="en-US" sz="1000" dirty="0" err="1"/>
              <a:t>sản</a:t>
            </a:r>
            <a:r>
              <a:rPr lang="en-US" sz="1000" dirty="0"/>
              <a:t> </a:t>
            </a:r>
            <a:r>
              <a:rPr lang="en-US" sz="1000" dirty="0" err="1"/>
              <a:t>phẩm</a:t>
            </a:r>
            <a:r>
              <a:rPr lang="en-US" sz="1000" dirty="0"/>
              <a:t> (Serial number of the product).</a:t>
            </a:r>
            <a:endParaRPr lang="en-US" sz="1000" dirty="0"/>
          </a:p>
          <a:p>
            <a:r>
              <a:rPr lang="en-US" sz="1000" b="1" dirty="0" err="1"/>
              <a:t>kps</a:t>
            </a:r>
            <a:r>
              <a:rPr lang="en-US" sz="1000" b="1" dirty="0"/>
              <a:t>:</a:t>
            </a:r>
            <a:r>
              <a:rPr lang="en-US" sz="1000" dirty="0"/>
              <a:t> </a:t>
            </a:r>
            <a:r>
              <a:rPr lang="en-US" sz="1000" dirty="0" err="1"/>
              <a:t>Danh</a:t>
            </a:r>
            <a:r>
              <a:rPr lang="en-US" sz="1000" dirty="0"/>
              <a:t> </a:t>
            </a:r>
            <a:r>
              <a:rPr lang="en-US" sz="1000" dirty="0" err="1"/>
              <a:t>sách</a:t>
            </a:r>
            <a:r>
              <a:rPr lang="en-US" sz="1000" dirty="0"/>
              <a:t> </a:t>
            </a:r>
            <a:r>
              <a:rPr lang="en-US" sz="1000" dirty="0" err="1"/>
              <a:t>linh</a:t>
            </a:r>
            <a:r>
              <a:rPr lang="en-US" sz="1000" dirty="0"/>
              <a:t> </a:t>
            </a:r>
            <a:r>
              <a:rPr lang="en-US" sz="1000" dirty="0" err="1"/>
              <a:t>kiện</a:t>
            </a:r>
            <a:r>
              <a:rPr lang="en-US" sz="1000" dirty="0"/>
              <a:t> (List of </a:t>
            </a:r>
            <a:r>
              <a:rPr lang="en-US" sz="1000" dirty="0" err="1"/>
              <a:t>keyparts</a:t>
            </a:r>
            <a:r>
              <a:rPr lang="en-US" sz="1000" dirty="0"/>
              <a:t>).</a:t>
            </a:r>
            <a:endParaRPr lang="en-US" sz="1000" dirty="0"/>
          </a:p>
          <a:p>
            <a:pPr marL="628650" lvl="1" indent="-171450">
              <a:buFont typeface="Arial" panose="020B0604020202020204" pitchFamily="34" charset="0"/>
              <a:buChar char="•"/>
            </a:pPr>
            <a:r>
              <a:rPr lang="en-US" sz="1000" b="1" dirty="0" err="1"/>
              <a:t>kpname</a:t>
            </a:r>
            <a:r>
              <a:rPr lang="en-US" sz="1000" b="1" dirty="0"/>
              <a:t>:</a:t>
            </a:r>
            <a:r>
              <a:rPr lang="en-US" sz="1000" dirty="0"/>
              <a:t> </a:t>
            </a:r>
            <a:r>
              <a:rPr lang="en-US" sz="1000" dirty="0" err="1"/>
              <a:t>Định</a:t>
            </a:r>
            <a:r>
              <a:rPr lang="en-US" sz="1000" dirty="0"/>
              <a:t> </a:t>
            </a:r>
            <a:r>
              <a:rPr lang="en-US" sz="1000" dirty="0" err="1"/>
              <a:t>nghĩa</a:t>
            </a:r>
            <a:r>
              <a:rPr lang="en-US" sz="1000" dirty="0"/>
              <a:t> </a:t>
            </a:r>
            <a:r>
              <a:rPr lang="en-US" sz="1000" dirty="0" err="1"/>
              <a:t>tên</a:t>
            </a:r>
            <a:r>
              <a:rPr lang="en-US" sz="1000" dirty="0"/>
              <a:t> </a:t>
            </a:r>
            <a:r>
              <a:rPr lang="en-US" sz="1000" dirty="0" err="1"/>
              <a:t>nguyên</a:t>
            </a:r>
            <a:r>
              <a:rPr lang="en-US" sz="1000" dirty="0"/>
              <a:t> </a:t>
            </a:r>
            <a:r>
              <a:rPr lang="en-US" sz="1000" dirty="0" err="1"/>
              <a:t>vật</a:t>
            </a:r>
            <a:r>
              <a:rPr lang="en-US" sz="1000" dirty="0"/>
              <a:t> </a:t>
            </a:r>
            <a:r>
              <a:rPr lang="en-US" sz="1000" dirty="0" err="1"/>
              <a:t>liệu</a:t>
            </a:r>
            <a:r>
              <a:rPr lang="en-US" sz="1000" dirty="0"/>
              <a:t> </a:t>
            </a:r>
            <a:r>
              <a:rPr lang="en-US" sz="1000" dirty="0" err="1"/>
              <a:t>dựa</a:t>
            </a:r>
            <a:r>
              <a:rPr lang="en-US" sz="1000" dirty="0"/>
              <a:t> </a:t>
            </a:r>
            <a:r>
              <a:rPr lang="en-US" sz="1000" dirty="0" err="1"/>
              <a:t>trên</a:t>
            </a:r>
            <a:r>
              <a:rPr lang="en-US" sz="1000" dirty="0"/>
              <a:t> </a:t>
            </a:r>
            <a:r>
              <a:rPr lang="en-US" sz="1000" dirty="0" err="1"/>
              <a:t>dây</a:t>
            </a:r>
            <a:r>
              <a:rPr lang="en-US" sz="1000" dirty="0"/>
              <a:t> </a:t>
            </a:r>
            <a:r>
              <a:rPr lang="en-US" sz="1000" dirty="0" err="1"/>
              <a:t>chuyền</a:t>
            </a:r>
            <a:r>
              <a:rPr lang="en-US" sz="1000" dirty="0"/>
              <a:t> </a:t>
            </a:r>
            <a:r>
              <a:rPr lang="en-US" sz="1000" dirty="0" err="1"/>
              <a:t>sản</a:t>
            </a:r>
            <a:r>
              <a:rPr lang="en-US" sz="1000" dirty="0"/>
              <a:t> </a:t>
            </a:r>
            <a:r>
              <a:rPr lang="en-US" sz="1000" dirty="0" err="1"/>
              <a:t>xuất</a:t>
            </a:r>
            <a:r>
              <a:rPr lang="en-US" sz="1000" dirty="0"/>
              <a:t> </a:t>
            </a:r>
            <a:r>
              <a:rPr lang="en-US" sz="1000" dirty="0" err="1"/>
              <a:t>thực</a:t>
            </a:r>
            <a:r>
              <a:rPr lang="en-US" sz="1000" dirty="0"/>
              <a:t> </a:t>
            </a:r>
            <a:r>
              <a:rPr lang="en-US" sz="1000" dirty="0" err="1"/>
              <a:t>tế</a:t>
            </a:r>
            <a:r>
              <a:rPr lang="en-US" sz="1000" dirty="0"/>
              <a:t> (Define material name based on production line). </a:t>
            </a:r>
            <a:r>
              <a:rPr lang="en-US" sz="1000" i="1" dirty="0" err="1"/>
              <a:t>Ví</a:t>
            </a:r>
            <a:r>
              <a:rPr lang="en-US" sz="1000" i="1" dirty="0"/>
              <a:t> </a:t>
            </a:r>
            <a:r>
              <a:rPr lang="en-US" sz="1000" i="1" dirty="0" err="1"/>
              <a:t>dụ</a:t>
            </a:r>
            <a:r>
              <a:rPr lang="en-US" sz="1000" i="1" dirty="0"/>
              <a:t> (Example): COOLING_PLATE, COVER, HOLDER, FPC</a:t>
            </a:r>
            <a:r>
              <a:rPr lang="en-US" sz="1000" dirty="0"/>
              <a:t>.</a:t>
            </a:r>
            <a:endParaRPr lang="en-US" sz="1000" dirty="0"/>
          </a:p>
          <a:p>
            <a:pPr marL="628650" lvl="1" indent="-171450">
              <a:buFont typeface="Arial" panose="020B0604020202020204" pitchFamily="34" charset="0"/>
              <a:buChar char="•"/>
            </a:pPr>
            <a:r>
              <a:rPr lang="en-US" sz="1000" b="1" dirty="0" err="1"/>
              <a:t>kpvalue</a:t>
            </a:r>
            <a:r>
              <a:rPr lang="en-US" sz="1000" b="1" dirty="0"/>
              <a:t>:</a:t>
            </a:r>
            <a:r>
              <a:rPr lang="en-US" sz="1000" dirty="0"/>
              <a:t> </a:t>
            </a:r>
            <a:r>
              <a:rPr lang="en-US" sz="1000" dirty="0" err="1"/>
              <a:t>Giá</a:t>
            </a:r>
            <a:r>
              <a:rPr lang="en-US" sz="1000" dirty="0"/>
              <a:t> </a:t>
            </a:r>
            <a:r>
              <a:rPr lang="en-US" sz="1000" dirty="0" err="1"/>
              <a:t>trị</a:t>
            </a:r>
            <a:r>
              <a:rPr lang="en-US" sz="1000" dirty="0"/>
              <a:t> </a:t>
            </a:r>
            <a:r>
              <a:rPr lang="en-US" sz="1000" dirty="0" err="1"/>
              <a:t>mã</a:t>
            </a:r>
            <a:r>
              <a:rPr lang="en-US" sz="1000" dirty="0"/>
              <a:t> </a:t>
            </a:r>
            <a:r>
              <a:rPr lang="en-US" sz="1000" dirty="0" err="1"/>
              <a:t>vạch</a:t>
            </a:r>
            <a:r>
              <a:rPr lang="en-US" sz="1000" dirty="0"/>
              <a:t> </a:t>
            </a:r>
            <a:r>
              <a:rPr lang="en-US" sz="1000" dirty="0" err="1"/>
              <a:t>hoặc</a:t>
            </a:r>
            <a:r>
              <a:rPr lang="en-US" sz="1000" dirty="0"/>
              <a:t> </a:t>
            </a:r>
            <a:r>
              <a:rPr lang="en-US" sz="1000" dirty="0" err="1"/>
              <a:t>dữ</a:t>
            </a:r>
            <a:r>
              <a:rPr lang="en-US" sz="1000" dirty="0"/>
              <a:t> </a:t>
            </a:r>
            <a:r>
              <a:rPr lang="en-US" sz="1000" dirty="0" err="1"/>
              <a:t>liệu</a:t>
            </a:r>
            <a:r>
              <a:rPr lang="en-US" sz="1000" dirty="0"/>
              <a:t> </a:t>
            </a:r>
            <a:r>
              <a:rPr lang="en-US" sz="1000" dirty="0" err="1"/>
              <a:t>của</a:t>
            </a:r>
            <a:r>
              <a:rPr lang="en-US" sz="1000" dirty="0"/>
              <a:t> </a:t>
            </a:r>
            <a:r>
              <a:rPr lang="en-US" sz="1000" dirty="0" err="1"/>
              <a:t>nguyên</a:t>
            </a:r>
            <a:r>
              <a:rPr lang="en-US" sz="1000" dirty="0"/>
              <a:t> </a:t>
            </a:r>
            <a:r>
              <a:rPr lang="en-US" sz="1000" dirty="0" err="1"/>
              <a:t>vật</a:t>
            </a:r>
            <a:r>
              <a:rPr lang="en-US" sz="1000" dirty="0"/>
              <a:t> </a:t>
            </a:r>
            <a:r>
              <a:rPr lang="en-US" sz="1000" dirty="0" err="1"/>
              <a:t>liệu</a:t>
            </a:r>
            <a:r>
              <a:rPr lang="en-US" sz="1000" dirty="0"/>
              <a:t> </a:t>
            </a:r>
            <a:r>
              <a:rPr lang="en-US" sz="1000" dirty="0" err="1"/>
              <a:t>tương</a:t>
            </a:r>
            <a:r>
              <a:rPr lang="en-US" sz="1000" dirty="0"/>
              <a:t> </a:t>
            </a:r>
            <a:r>
              <a:rPr lang="en-US" sz="1000" dirty="0" err="1"/>
              <a:t>ứng</a:t>
            </a:r>
            <a:r>
              <a:rPr lang="en-US" sz="1000" dirty="0"/>
              <a:t> (Barcode value or data of the corresponding material).</a:t>
            </a:r>
            <a:endParaRPr lang="en-US" sz="1000" dirty="0"/>
          </a:p>
          <a:p>
            <a:r>
              <a:rPr lang="en-US" sz="1000" b="1" dirty="0"/>
              <a:t>step:</a:t>
            </a:r>
            <a:r>
              <a:rPr lang="en-US" sz="1000" dirty="0"/>
              <a:t> </a:t>
            </a:r>
            <a:r>
              <a:rPr lang="en-US" sz="1000" dirty="0" err="1"/>
              <a:t>Định</a:t>
            </a:r>
            <a:r>
              <a:rPr lang="en-US" sz="1000" dirty="0"/>
              <a:t> </a:t>
            </a:r>
            <a:r>
              <a:rPr lang="en-US" sz="1000" dirty="0" err="1"/>
              <a:t>danh</a:t>
            </a:r>
            <a:r>
              <a:rPr lang="en-US" sz="1000" dirty="0"/>
              <a:t> </a:t>
            </a:r>
            <a:r>
              <a:rPr lang="en-US" sz="1000" dirty="0" err="1"/>
              <a:t>vị</a:t>
            </a:r>
            <a:r>
              <a:rPr lang="en-US" sz="1000" dirty="0"/>
              <a:t> </a:t>
            </a:r>
            <a:r>
              <a:rPr lang="en-US" sz="1000" dirty="0" err="1"/>
              <a:t>trí</a:t>
            </a:r>
            <a:r>
              <a:rPr lang="en-US" sz="1000" dirty="0"/>
              <a:t> </a:t>
            </a:r>
            <a:r>
              <a:rPr lang="en-US" sz="1000" dirty="0" err="1"/>
              <a:t>máy</a:t>
            </a:r>
            <a:r>
              <a:rPr lang="en-US" sz="1000" dirty="0"/>
              <a:t> </a:t>
            </a:r>
            <a:r>
              <a:rPr lang="en-US" sz="1000" dirty="0" err="1"/>
              <a:t>trên</a:t>
            </a:r>
            <a:r>
              <a:rPr lang="en-US" sz="1000" dirty="0"/>
              <a:t> </a:t>
            </a:r>
            <a:r>
              <a:rPr lang="en-US" sz="1000" dirty="0" err="1"/>
              <a:t>dây</a:t>
            </a:r>
            <a:r>
              <a:rPr lang="en-US" sz="1000" dirty="0"/>
              <a:t> </a:t>
            </a:r>
            <a:r>
              <a:rPr lang="en-US" sz="1000" dirty="0" err="1"/>
              <a:t>chuyền</a:t>
            </a:r>
            <a:r>
              <a:rPr lang="en-US" sz="1000" dirty="0"/>
              <a:t> </a:t>
            </a:r>
            <a:r>
              <a:rPr lang="en-US" sz="1000" dirty="0" err="1"/>
              <a:t>tự</a:t>
            </a:r>
            <a:r>
              <a:rPr lang="en-US" sz="1000" dirty="0"/>
              <a:t> </a:t>
            </a:r>
            <a:r>
              <a:rPr lang="en-US" sz="1000" dirty="0" err="1"/>
              <a:t>động</a:t>
            </a:r>
            <a:r>
              <a:rPr lang="en-US" sz="1000" dirty="0"/>
              <a:t> (Machine identifier in automation line). </a:t>
            </a:r>
            <a:r>
              <a:rPr lang="en-US" sz="1000" i="1" dirty="0" err="1"/>
              <a:t>Ví</a:t>
            </a:r>
            <a:r>
              <a:rPr lang="en-US" sz="1000" i="1" dirty="0"/>
              <a:t> </a:t>
            </a:r>
            <a:r>
              <a:rPr lang="en-US" sz="1000" i="1" dirty="0" err="1"/>
              <a:t>dụ</a:t>
            </a:r>
            <a:r>
              <a:rPr lang="en-US" sz="1000" i="1" dirty="0"/>
              <a:t> (Example): STEP01 = Machine 1, STEP02 = Machine 2, STEPXX = Machine XX</a:t>
            </a:r>
            <a:r>
              <a:rPr lang="en-US" sz="1000" dirty="0"/>
              <a:t>.</a:t>
            </a:r>
            <a:endParaRPr lang="en-US" sz="1000" dirty="0"/>
          </a:p>
          <a:p>
            <a:r>
              <a:rPr lang="en-US" sz="1000" b="1" dirty="0"/>
              <a:t>result / </a:t>
            </a:r>
            <a:r>
              <a:rPr lang="en-US" sz="1000" b="1" dirty="0" err="1"/>
              <a:t>errorcode</a:t>
            </a:r>
            <a:r>
              <a:rPr lang="en-US" sz="1000" b="1" dirty="0"/>
              <a:t>:</a:t>
            </a:r>
            <a:r>
              <a:rPr lang="en-US" sz="1000" dirty="0"/>
              <a:t> </a:t>
            </a:r>
            <a:r>
              <a:rPr lang="en-US" sz="1000" dirty="0" err="1"/>
              <a:t>Kết</a:t>
            </a:r>
            <a:r>
              <a:rPr lang="en-US" sz="1000" dirty="0"/>
              <a:t> </a:t>
            </a:r>
            <a:r>
              <a:rPr lang="en-US" sz="1000" dirty="0" err="1"/>
              <a:t>quả</a:t>
            </a:r>
            <a:r>
              <a:rPr lang="en-US" sz="1000" dirty="0"/>
              <a:t> </a:t>
            </a:r>
            <a:r>
              <a:rPr lang="en-US" sz="1000" dirty="0" err="1"/>
              <a:t>kiểm</a:t>
            </a:r>
            <a:r>
              <a:rPr lang="en-US" sz="1000" dirty="0"/>
              <a:t> </a:t>
            </a:r>
            <a:r>
              <a:rPr lang="en-US" sz="1000" dirty="0" err="1"/>
              <a:t>tra</a:t>
            </a:r>
            <a:r>
              <a:rPr lang="en-US" sz="1000" dirty="0"/>
              <a:t> </a:t>
            </a:r>
            <a:r>
              <a:rPr lang="en-US" sz="1000" dirty="0" err="1"/>
              <a:t>và</a:t>
            </a:r>
            <a:r>
              <a:rPr lang="en-US" sz="1000" dirty="0"/>
              <a:t> </a:t>
            </a:r>
            <a:r>
              <a:rPr lang="en-US" sz="1000" dirty="0" err="1"/>
              <a:t>mã</a:t>
            </a:r>
            <a:r>
              <a:rPr lang="en-US" sz="1000" dirty="0"/>
              <a:t> </a:t>
            </a:r>
            <a:r>
              <a:rPr lang="en-US" sz="1000" dirty="0" err="1"/>
              <a:t>lỗi</a:t>
            </a:r>
            <a:r>
              <a:rPr lang="en-US" sz="1000" dirty="0"/>
              <a:t> (Test result and error code).</a:t>
            </a:r>
            <a:endParaRPr lang="en-US" sz="1000" dirty="0"/>
          </a:p>
          <a:p>
            <a:r>
              <a:rPr lang="en-US" sz="1000" b="1" dirty="0" err="1"/>
              <a:t>cycletime</a:t>
            </a:r>
            <a:r>
              <a:rPr lang="en-US" sz="1000" b="1" dirty="0"/>
              <a:t>:</a:t>
            </a:r>
            <a:r>
              <a:rPr lang="en-US" sz="1000" dirty="0"/>
              <a:t> </a:t>
            </a:r>
            <a:r>
              <a:rPr lang="en-US" sz="1000" dirty="0" err="1"/>
              <a:t>Thời</a:t>
            </a:r>
            <a:r>
              <a:rPr lang="en-US" sz="1000" dirty="0"/>
              <a:t> </a:t>
            </a:r>
            <a:r>
              <a:rPr lang="en-US" sz="1000" dirty="0" err="1"/>
              <a:t>gian</a:t>
            </a:r>
            <a:r>
              <a:rPr lang="en-US" sz="1000" dirty="0"/>
              <a:t> </a:t>
            </a:r>
            <a:r>
              <a:rPr lang="en-US" sz="1000" dirty="0" err="1"/>
              <a:t>hoàn</a:t>
            </a:r>
            <a:r>
              <a:rPr lang="en-US" sz="1000" dirty="0"/>
              <a:t> </a:t>
            </a:r>
            <a:r>
              <a:rPr lang="en-US" sz="1000" dirty="0" err="1"/>
              <a:t>thành</a:t>
            </a:r>
            <a:r>
              <a:rPr lang="en-US" sz="1000" dirty="0"/>
              <a:t> </a:t>
            </a:r>
            <a:r>
              <a:rPr lang="en-US" sz="1000" dirty="0" err="1"/>
              <a:t>chu</a:t>
            </a:r>
            <a:r>
              <a:rPr lang="en-US" sz="1000" dirty="0"/>
              <a:t> </a:t>
            </a:r>
            <a:r>
              <a:rPr lang="en-US" sz="1000" dirty="0" err="1"/>
              <a:t>trình</a:t>
            </a:r>
            <a:r>
              <a:rPr lang="en-US" sz="1000" dirty="0"/>
              <a:t> </a:t>
            </a:r>
            <a:r>
              <a:rPr lang="en-US" sz="1000" dirty="0" err="1"/>
              <a:t>xử</a:t>
            </a:r>
            <a:r>
              <a:rPr lang="en-US" sz="1000" dirty="0"/>
              <a:t> </a:t>
            </a:r>
            <a:r>
              <a:rPr lang="en-US" sz="1000" dirty="0" err="1"/>
              <a:t>lý</a:t>
            </a:r>
            <a:r>
              <a:rPr lang="en-US" sz="1000" dirty="0"/>
              <a:t>, </a:t>
            </a:r>
            <a:r>
              <a:rPr lang="en-US" sz="1000" dirty="0" err="1"/>
              <a:t>tính</a:t>
            </a:r>
            <a:r>
              <a:rPr lang="en-US" sz="1000" dirty="0"/>
              <a:t> </a:t>
            </a:r>
            <a:r>
              <a:rPr lang="en-US" sz="1000" dirty="0" err="1"/>
              <a:t>bằng</a:t>
            </a:r>
            <a:r>
              <a:rPr lang="en-US" sz="1000" dirty="0"/>
              <a:t> </a:t>
            </a:r>
            <a:r>
              <a:rPr lang="en-US" sz="1000" dirty="0" err="1"/>
              <a:t>giây</a:t>
            </a:r>
            <a:r>
              <a:rPr lang="en-US" sz="1000" dirty="0"/>
              <a:t> (Processing cycle time in seconds).</a:t>
            </a:r>
            <a:endParaRPr lang="en-US" sz="1000" dirty="0"/>
          </a:p>
          <a:p>
            <a:r>
              <a:rPr lang="en-US" sz="1000" b="1" dirty="0"/>
              <a:t>username / password:</a:t>
            </a:r>
            <a:r>
              <a:rPr lang="en-US" sz="1000" dirty="0"/>
              <a:t> </a:t>
            </a:r>
            <a:r>
              <a:rPr lang="en-US" sz="1000" dirty="0" err="1"/>
              <a:t>Tài</a:t>
            </a:r>
            <a:r>
              <a:rPr lang="en-US" sz="1000" dirty="0"/>
              <a:t> </a:t>
            </a:r>
            <a:r>
              <a:rPr lang="en-US" sz="1000" dirty="0" err="1"/>
              <a:t>khoản</a:t>
            </a:r>
            <a:r>
              <a:rPr lang="en-US" sz="1000" dirty="0"/>
              <a:t> </a:t>
            </a:r>
            <a:r>
              <a:rPr lang="en-US" sz="1000" dirty="0" err="1"/>
              <a:t>mã</a:t>
            </a:r>
            <a:r>
              <a:rPr lang="en-US" sz="1000" dirty="0"/>
              <a:t> </a:t>
            </a:r>
            <a:r>
              <a:rPr lang="en-US" sz="1000" dirty="0" err="1"/>
              <a:t>nhân</a:t>
            </a:r>
            <a:r>
              <a:rPr lang="en-US" sz="1000" dirty="0"/>
              <a:t> </a:t>
            </a:r>
            <a:r>
              <a:rPr lang="en-US" sz="1000" dirty="0" err="1"/>
              <a:t>viên</a:t>
            </a:r>
            <a:r>
              <a:rPr lang="en-US" sz="1000" dirty="0"/>
              <a:t> </a:t>
            </a:r>
            <a:r>
              <a:rPr lang="en-US" sz="1000" dirty="0" err="1"/>
              <a:t>thiết</a:t>
            </a:r>
            <a:r>
              <a:rPr lang="en-US" sz="1000" dirty="0"/>
              <a:t> </a:t>
            </a:r>
            <a:r>
              <a:rPr lang="en-US" sz="1000" dirty="0" err="1"/>
              <a:t>lập</a:t>
            </a:r>
            <a:r>
              <a:rPr lang="en-US" sz="1000" dirty="0"/>
              <a:t> </a:t>
            </a:r>
            <a:r>
              <a:rPr lang="en-US" sz="1000" dirty="0" err="1"/>
              <a:t>máy</a:t>
            </a:r>
            <a:r>
              <a:rPr lang="en-US" sz="1000" dirty="0"/>
              <a:t> (Employee login credentials for machine setup).</a:t>
            </a:r>
            <a:endParaRPr lang="en-US" sz="1000" dirty="0"/>
          </a:p>
          <a:p>
            <a:r>
              <a:rPr lang="en-US" sz="1000" b="1" dirty="0" err="1"/>
              <a:t>groupname</a:t>
            </a:r>
            <a:r>
              <a:rPr lang="en-US" sz="1000" b="1" dirty="0"/>
              <a:t>:</a:t>
            </a:r>
            <a:r>
              <a:rPr lang="en-US" sz="1000" dirty="0"/>
              <a:t> </a:t>
            </a:r>
            <a:r>
              <a:rPr lang="en-US" sz="1000" dirty="0" err="1"/>
              <a:t>Nhóm</a:t>
            </a:r>
            <a:r>
              <a:rPr lang="en-US" sz="1000" dirty="0"/>
              <a:t> </a:t>
            </a:r>
            <a:r>
              <a:rPr lang="en-US" sz="1000" dirty="0" err="1"/>
              <a:t>trạm</a:t>
            </a:r>
            <a:r>
              <a:rPr lang="en-US" sz="1000" dirty="0"/>
              <a:t> </a:t>
            </a:r>
            <a:r>
              <a:rPr lang="en-US" sz="1000" dirty="0" err="1"/>
              <a:t>được</a:t>
            </a:r>
            <a:r>
              <a:rPr lang="en-US" sz="1000" dirty="0"/>
              <a:t> </a:t>
            </a:r>
            <a:r>
              <a:rPr lang="en-US" sz="1000" dirty="0" err="1"/>
              <a:t>cấu</a:t>
            </a:r>
            <a:r>
              <a:rPr lang="en-US" sz="1000" dirty="0"/>
              <a:t> </a:t>
            </a:r>
            <a:r>
              <a:rPr lang="en-US" sz="1000" dirty="0" err="1"/>
              <a:t>hình</a:t>
            </a:r>
            <a:r>
              <a:rPr lang="en-US" sz="1000" dirty="0"/>
              <a:t> </a:t>
            </a:r>
            <a:r>
              <a:rPr lang="en-US" sz="1000" dirty="0" err="1"/>
              <a:t>trong</a:t>
            </a:r>
            <a:r>
              <a:rPr lang="en-US" sz="1000" dirty="0"/>
              <a:t> </a:t>
            </a:r>
            <a:r>
              <a:rPr lang="en-US" sz="1000" dirty="0" err="1"/>
              <a:t>hệ</a:t>
            </a:r>
            <a:r>
              <a:rPr lang="en-US" sz="1000" dirty="0"/>
              <a:t> </a:t>
            </a:r>
            <a:r>
              <a:rPr lang="en-US" sz="1000" dirty="0" err="1"/>
              <a:t>thống</a:t>
            </a:r>
            <a:r>
              <a:rPr lang="en-US" sz="1000" dirty="0"/>
              <a:t> SFC (Station group configured in SFC system).</a:t>
            </a:r>
            <a:endParaRPr lang="en-US" sz="1000" dirty="0"/>
          </a:p>
          <a:p>
            <a:r>
              <a:rPr lang="en-US" sz="1000" b="1" dirty="0" err="1"/>
              <a:t>stationip</a:t>
            </a:r>
            <a:r>
              <a:rPr lang="en-US" sz="1000" b="1" dirty="0"/>
              <a:t>:</a:t>
            </a:r>
            <a:r>
              <a:rPr lang="en-US" sz="1000" dirty="0"/>
              <a:t> </a:t>
            </a:r>
            <a:r>
              <a:rPr lang="en-US" sz="1000" dirty="0" err="1"/>
              <a:t>Địa</a:t>
            </a:r>
            <a:r>
              <a:rPr lang="en-US" sz="1000" dirty="0"/>
              <a:t> </a:t>
            </a:r>
            <a:r>
              <a:rPr lang="en-US" sz="1000" dirty="0" err="1"/>
              <a:t>chỉ</a:t>
            </a:r>
            <a:r>
              <a:rPr lang="en-US" sz="1000" dirty="0"/>
              <a:t> IP </a:t>
            </a:r>
            <a:r>
              <a:rPr lang="en-US" sz="1000" dirty="0" err="1"/>
              <a:t>của</a:t>
            </a:r>
            <a:r>
              <a:rPr lang="en-US" sz="1000" dirty="0"/>
              <a:t> </a:t>
            </a:r>
            <a:r>
              <a:rPr lang="en-US" sz="1000" dirty="0" err="1"/>
              <a:t>máy</a:t>
            </a:r>
            <a:r>
              <a:rPr lang="en-US" sz="1000" dirty="0"/>
              <a:t> </a:t>
            </a:r>
            <a:r>
              <a:rPr lang="en-US" sz="1000" dirty="0" err="1"/>
              <a:t>tính</a:t>
            </a:r>
            <a:r>
              <a:rPr lang="en-US" sz="1000" dirty="0"/>
              <a:t> </a:t>
            </a:r>
            <a:r>
              <a:rPr lang="en-US" sz="1000" dirty="0" err="1"/>
              <a:t>tại</a:t>
            </a:r>
            <a:r>
              <a:rPr lang="en-US" sz="1000" dirty="0"/>
              <a:t> </a:t>
            </a:r>
            <a:r>
              <a:rPr lang="en-US" sz="1000" dirty="0" err="1"/>
              <a:t>trạm</a:t>
            </a:r>
            <a:r>
              <a:rPr lang="en-US" sz="1000" dirty="0"/>
              <a:t> (Machine PC IP address).</a:t>
            </a:r>
            <a:endParaRPr lang="en-US" sz="1000" dirty="0"/>
          </a:p>
          <a:p>
            <a:r>
              <a:rPr lang="en-US" sz="1000" b="1" dirty="0" err="1"/>
              <a:t>aoidata</a:t>
            </a:r>
            <a:r>
              <a:rPr lang="en-US" sz="1000" b="1" dirty="0"/>
              <a:t>:</a:t>
            </a:r>
            <a:r>
              <a:rPr lang="en-US" sz="1000" dirty="0"/>
              <a:t> </a:t>
            </a:r>
            <a:r>
              <a:rPr lang="en-US" sz="1000" dirty="0" err="1"/>
              <a:t>Dữ</a:t>
            </a:r>
            <a:r>
              <a:rPr lang="en-US" sz="1000" dirty="0"/>
              <a:t> </a:t>
            </a:r>
            <a:r>
              <a:rPr lang="en-US" sz="1000" dirty="0" err="1"/>
              <a:t>liệu</a:t>
            </a:r>
            <a:r>
              <a:rPr lang="en-US" sz="1000" dirty="0"/>
              <a:t> </a:t>
            </a:r>
            <a:r>
              <a:rPr lang="en-US" sz="1000" dirty="0" err="1"/>
              <a:t>mở</a:t>
            </a:r>
            <a:r>
              <a:rPr lang="en-US" sz="1000" dirty="0"/>
              <a:t> </a:t>
            </a:r>
            <a:r>
              <a:rPr lang="en-US" sz="1000" dirty="0" err="1"/>
              <a:t>rộng</a:t>
            </a:r>
            <a:r>
              <a:rPr lang="en-US" sz="1000" dirty="0"/>
              <a:t> </a:t>
            </a:r>
            <a:r>
              <a:rPr lang="en-US" sz="1000" dirty="0" err="1"/>
              <a:t>máy</a:t>
            </a:r>
            <a:r>
              <a:rPr lang="en-US" sz="1000" dirty="0"/>
              <a:t> </a:t>
            </a:r>
            <a:r>
              <a:rPr lang="en-US" sz="1000" dirty="0" err="1"/>
              <a:t>kiểm</a:t>
            </a:r>
            <a:r>
              <a:rPr lang="en-US" sz="1000" dirty="0"/>
              <a:t> </a:t>
            </a:r>
            <a:r>
              <a:rPr lang="en-US" sz="1000" dirty="0" err="1"/>
              <a:t>tra</a:t>
            </a:r>
            <a:r>
              <a:rPr lang="en-US" sz="1000" dirty="0"/>
              <a:t> </a:t>
            </a:r>
            <a:r>
              <a:rPr lang="en-US" sz="1000" dirty="0" err="1"/>
              <a:t>ngoại</a:t>
            </a:r>
            <a:r>
              <a:rPr lang="en-US" sz="1000" dirty="0"/>
              <a:t> </a:t>
            </a:r>
            <a:r>
              <a:rPr lang="en-US" sz="1000" dirty="0" err="1"/>
              <a:t>quan</a:t>
            </a:r>
            <a:r>
              <a:rPr lang="en-US" sz="1000" dirty="0"/>
              <a:t> (Extended AOI data).</a:t>
            </a:r>
            <a:endParaRPr lang="en-US" sz="1000" dirty="0"/>
          </a:p>
          <a:p>
            <a:r>
              <a:rPr lang="en-US" sz="1000" b="1" dirty="0" err="1"/>
              <a:t>screwdata</a:t>
            </a:r>
            <a:r>
              <a:rPr lang="en-US" sz="1000" b="1" dirty="0"/>
              <a:t>:</a:t>
            </a:r>
            <a:r>
              <a:rPr lang="en-US" sz="1000" dirty="0"/>
              <a:t> </a:t>
            </a:r>
            <a:r>
              <a:rPr lang="en-US" sz="1000" dirty="0" err="1"/>
              <a:t>Dữ</a:t>
            </a:r>
            <a:r>
              <a:rPr lang="en-US" sz="1000" dirty="0"/>
              <a:t> </a:t>
            </a:r>
            <a:r>
              <a:rPr lang="en-US" sz="1000" dirty="0" err="1"/>
              <a:t>liệu</a:t>
            </a:r>
            <a:r>
              <a:rPr lang="en-US" sz="1000" dirty="0"/>
              <a:t> </a:t>
            </a:r>
            <a:r>
              <a:rPr lang="en-US" sz="1000" dirty="0" err="1"/>
              <a:t>mở</a:t>
            </a:r>
            <a:r>
              <a:rPr lang="en-US" sz="1000" dirty="0"/>
              <a:t> </a:t>
            </a:r>
            <a:r>
              <a:rPr lang="en-US" sz="1000" dirty="0" err="1"/>
              <a:t>rộng</a:t>
            </a:r>
            <a:r>
              <a:rPr lang="en-US" sz="1000" dirty="0"/>
              <a:t> </a:t>
            </a:r>
            <a:r>
              <a:rPr lang="en-US" sz="1000" dirty="0" err="1"/>
              <a:t>hệ</a:t>
            </a:r>
            <a:r>
              <a:rPr lang="en-US" sz="1000" dirty="0"/>
              <a:t> </a:t>
            </a:r>
            <a:r>
              <a:rPr lang="en-US" sz="1000" dirty="0" err="1"/>
              <a:t>thống</a:t>
            </a:r>
            <a:r>
              <a:rPr lang="en-US" sz="1000" dirty="0"/>
              <a:t> </a:t>
            </a:r>
            <a:r>
              <a:rPr lang="en-US" sz="1000" dirty="0" err="1"/>
              <a:t>bắn</a:t>
            </a:r>
            <a:r>
              <a:rPr lang="en-US" sz="1000" dirty="0"/>
              <a:t> </a:t>
            </a:r>
            <a:r>
              <a:rPr lang="en-US" sz="1000" dirty="0" err="1"/>
              <a:t>vít</a:t>
            </a:r>
            <a:r>
              <a:rPr lang="en-US" sz="1000" dirty="0"/>
              <a:t> (Extended </a:t>
            </a:r>
            <a:r>
              <a:rPr lang="en-US" sz="1000" dirty="0" err="1"/>
              <a:t>screwdriving</a:t>
            </a:r>
            <a:r>
              <a:rPr lang="en-US" sz="1000" dirty="0"/>
              <a:t> system data).</a:t>
            </a:r>
            <a:endParaRPr lang="en-US" sz="1000" dirty="0"/>
          </a:p>
        </p:txBody>
      </p:sp>
      <p:sp>
        <p:nvSpPr>
          <p:cNvPr id="3" name="TextBox 2"/>
          <p:cNvSpPr txBox="1"/>
          <p:nvPr/>
        </p:nvSpPr>
        <p:spPr>
          <a:xfrm>
            <a:off x="7718575" y="462751"/>
            <a:ext cx="4280767" cy="1754326"/>
          </a:xfrm>
          <a:prstGeom prst="rect">
            <a:avLst/>
          </a:prstGeom>
          <a:noFill/>
        </p:spPr>
        <p:txBody>
          <a:bodyPr wrap="square" rtlCol="0">
            <a:spAutoFit/>
          </a:bodyPr>
          <a:lstStyle/>
          <a:p>
            <a:r>
              <a:rPr lang="en-US"/>
              <a:t>Gửi dữ liệu ghi nhận sau khi công đoạn hoàn tất (Send data after the operation is complete). Thực hiện liên kết dữ liệu linh kiện (Keyparts), số sê-ri sản phẩm vào đồ gá (Carrier) và ghi nhận trạng thái tại công trạm.</a:t>
            </a:r>
            <a:endParaRPr lang="en-US"/>
          </a:p>
        </p:txBody>
      </p:sp>
      <p:graphicFrame>
        <p:nvGraphicFramePr>
          <p:cNvPr id="8" name="Object 7"/>
          <p:cNvGraphicFramePr>
            <a:graphicFrameLocks noChangeAspect="1"/>
          </p:cNvGraphicFramePr>
          <p:nvPr/>
        </p:nvGraphicFramePr>
        <p:xfrm>
          <a:off x="1068388" y="4475163"/>
          <a:ext cx="2062162" cy="809625"/>
        </p:xfrm>
        <a:graphic>
          <a:graphicData uri="http://schemas.openxmlformats.org/presentationml/2006/ole">
            <mc:AlternateContent xmlns:mc="http://schemas.openxmlformats.org/markup-compatibility/2006">
              <mc:Choice xmlns:v="urn:schemas-microsoft-com:vml" Requires="v">
                <p:oleObj spid="_x0000_s1807" name="Packager Shell Object" showAsIcon="1" r:id="rId2" imgW="1571625" imgH="638175" progId="Package">
                  <p:embed/>
                </p:oleObj>
              </mc:Choice>
              <mc:Fallback>
                <p:oleObj name="Packager Shell Object" showAsIcon="1" r:id="rId2" imgW="1571625" imgH="638175" progId="Package">
                  <p:embed/>
                  <p:pic>
                    <p:nvPicPr>
                      <p:cNvPr id="0" name="Object 7"/>
                      <p:cNvPicPr/>
                      <p:nvPr/>
                    </p:nvPicPr>
                    <p:blipFill>
                      <a:blip r:embed="rId3"/>
                      <a:stretch>
                        <a:fillRect/>
                      </a:stretch>
                    </p:blipFill>
                    <p:spPr>
                      <a:xfrm>
                        <a:off x="1068388" y="4475163"/>
                        <a:ext cx="2062162" cy="809625"/>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52388" y="4446588"/>
          <a:ext cx="1524001" cy="812800"/>
        </p:xfrm>
        <a:graphic>
          <a:graphicData uri="http://schemas.openxmlformats.org/presentationml/2006/ole">
            <mc:AlternateContent xmlns:mc="http://schemas.openxmlformats.org/markup-compatibility/2006">
              <mc:Choice xmlns:v="urn:schemas-microsoft-com:vml" Requires="v">
                <p:oleObj spid="_x0000_s1808" name="Packager Shell Object" showAsIcon="1" r:id="rId4" imgW="1085850" imgH="638175" progId="Package">
                  <p:embed/>
                </p:oleObj>
              </mc:Choice>
              <mc:Fallback>
                <p:oleObj name="Packager Shell Object" showAsIcon="1" r:id="rId4" imgW="1085850" imgH="638175" progId="Package">
                  <p:embed/>
                  <p:pic>
                    <p:nvPicPr>
                      <p:cNvPr id="0" name="Object 9"/>
                      <p:cNvPicPr/>
                      <p:nvPr/>
                    </p:nvPicPr>
                    <p:blipFill>
                      <a:blip r:embed="rId5"/>
                      <a:stretch>
                        <a:fillRect/>
                      </a:stretch>
                    </p:blipFill>
                    <p:spPr>
                      <a:xfrm>
                        <a:off x="-52388" y="4446588"/>
                        <a:ext cx="1524001" cy="812800"/>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128588" y="5235575"/>
          <a:ext cx="1677988" cy="779463"/>
        </p:xfrm>
        <a:graphic>
          <a:graphicData uri="http://schemas.openxmlformats.org/presentationml/2006/ole">
            <mc:AlternateContent xmlns:mc="http://schemas.openxmlformats.org/markup-compatibility/2006">
              <mc:Choice xmlns:v="urn:schemas-microsoft-com:vml" Requires="v">
                <p:oleObj spid="_x0000_s1809" name="Packager Shell Object" showAsIcon="1" r:id="rId6" imgW="1247775" imgH="638175" progId="Package">
                  <p:embed/>
                </p:oleObj>
              </mc:Choice>
              <mc:Fallback>
                <p:oleObj name="Packager Shell Object" showAsIcon="1" r:id="rId6" imgW="1247775" imgH="638175" progId="Package">
                  <p:embed/>
                  <p:pic>
                    <p:nvPicPr>
                      <p:cNvPr id="0" name="Object 11"/>
                      <p:cNvPicPr/>
                      <p:nvPr/>
                    </p:nvPicPr>
                    <p:blipFill>
                      <a:blip r:embed="rId7"/>
                      <a:stretch>
                        <a:fillRect/>
                      </a:stretch>
                    </p:blipFill>
                    <p:spPr>
                      <a:xfrm>
                        <a:off x="-128588" y="5235575"/>
                        <a:ext cx="1677988" cy="779463"/>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1473200" y="5243513"/>
          <a:ext cx="1516063" cy="811212"/>
        </p:xfrm>
        <a:graphic>
          <a:graphicData uri="http://schemas.openxmlformats.org/presentationml/2006/ole">
            <mc:AlternateContent xmlns:mc="http://schemas.openxmlformats.org/markup-compatibility/2006">
              <mc:Choice xmlns:v="urn:schemas-microsoft-com:vml" Requires="v">
                <p:oleObj spid="_x0000_s1810" name="Packager Shell Object" showAsIcon="1" r:id="rId8" imgW="1152525" imgH="638175" progId="Package">
                  <p:embed/>
                </p:oleObj>
              </mc:Choice>
              <mc:Fallback>
                <p:oleObj name="Packager Shell Object" showAsIcon="1" r:id="rId8" imgW="1152525" imgH="638175" progId="Package">
                  <p:embed/>
                  <p:pic>
                    <p:nvPicPr>
                      <p:cNvPr id="0" name="Object 7"/>
                      <p:cNvPicPr/>
                      <p:nvPr/>
                    </p:nvPicPr>
                    <p:blipFill>
                      <a:blip r:embed="rId9"/>
                      <a:stretch>
                        <a:fillRect/>
                      </a:stretch>
                    </p:blipFill>
                    <p:spPr>
                      <a:xfrm>
                        <a:off x="1473200" y="5243513"/>
                        <a:ext cx="1516063" cy="811212"/>
                      </a:xfrm>
                      <a:prstGeom prst="rect">
                        <a:avLst/>
                      </a:prstGeom>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DESCRIPTION GENERAL </a:t>
            </a:r>
            <a:r>
              <a:rPr lang="en-US" sz="2800">
                <a:solidFill>
                  <a:srgbClr val="FF0000"/>
                </a:solidFill>
                <a:latin typeface="Calibri" panose="020F0502020204030204" pitchFamily="34" charset="0"/>
                <a:ea typeface="Calibri" panose="020F0502020204030204" pitchFamily="34" charset="0"/>
                <a:cs typeface="Calibri" panose="020F0502020204030204" pitchFamily="34" charset="0"/>
              </a:rPr>
              <a:t>[UNDO / RESET]</a:t>
            </a:r>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 API FORMAT</a:t>
            </a: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64561" y="462752"/>
            <a:ext cx="3710688" cy="212365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Request</a:t>
            </a:r>
            <a:endParaRPr lang="en-US" sz="2400" dirty="0">
              <a:solidFill>
                <a:srgbClr val="00B050"/>
              </a:solidFill>
            </a:endParaRPr>
          </a:p>
          <a:p>
            <a:endParaRPr lang="en-US" sz="800" dirty="0"/>
          </a:p>
          <a:p>
            <a:r>
              <a:rPr lang="en-US" sz="1000"/>
              <a:t>{</a:t>
            </a:r>
            <a:endParaRPr lang="en-US" sz="1000"/>
          </a:p>
          <a:p>
            <a:r>
              <a:rPr lang="en-US" sz="1000"/>
              <a:t>  "carriercode": "{carrier code}",</a:t>
            </a:r>
            <a:endParaRPr lang="en-US" sz="1000"/>
          </a:p>
          <a:p>
            <a:r>
              <a:rPr lang="en-US" sz="1000"/>
              <a:t>  "serialnumber": "{serial number}",</a:t>
            </a:r>
            <a:endParaRPr lang="en-US" sz="1000"/>
          </a:p>
          <a:p>
            <a:r>
              <a:rPr lang="en-US" sz="1000"/>
              <a:t>  "step": "STEPXX",</a:t>
            </a:r>
            <a:endParaRPr lang="en-US" sz="1000"/>
          </a:p>
          <a:p>
            <a:r>
              <a:rPr lang="en-US" sz="1000"/>
              <a:t>  "username": "V0923834",</a:t>
            </a:r>
            <a:endParaRPr lang="en-US" sz="1000"/>
          </a:p>
          <a:p>
            <a:r>
              <a:rPr lang="en-US" sz="1000"/>
              <a:t>  "password": "V0923834",</a:t>
            </a:r>
            <a:endParaRPr lang="en-US" sz="1000"/>
          </a:p>
          <a:p>
            <a:r>
              <a:rPr lang="en-US" sz="1000"/>
              <a:t>  "data_type": "UNDO / RESET", </a:t>
            </a:r>
            <a:endParaRPr lang="en-US" sz="1000"/>
          </a:p>
          <a:p>
            <a:r>
              <a:rPr lang="en-US" sz="1000"/>
              <a:t>  "groupname": "{group name}",</a:t>
            </a:r>
            <a:endParaRPr lang="en-US" sz="1000"/>
          </a:p>
          <a:p>
            <a:r>
              <a:rPr lang="en-US" sz="1000"/>
              <a:t>  "stationip": "{machine ip address}"</a:t>
            </a:r>
            <a:endParaRPr lang="en-US" sz="1000"/>
          </a:p>
          <a:p>
            <a:r>
              <a:rPr lang="en-US" sz="1000"/>
              <a:t>}</a:t>
            </a:r>
            <a:endParaRPr lang="en-US" sz="800" dirty="0">
              <a:solidFill>
                <a:srgbClr val="FF0000"/>
              </a:solidFill>
            </a:endParaRPr>
          </a:p>
        </p:txBody>
      </p:sp>
      <p:sp>
        <p:nvSpPr>
          <p:cNvPr id="7" name="TextBox 6"/>
          <p:cNvSpPr txBox="1"/>
          <p:nvPr/>
        </p:nvSpPr>
        <p:spPr>
          <a:xfrm>
            <a:off x="3891568" y="462752"/>
            <a:ext cx="3710688" cy="169277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a:t>
            </a:r>
            <a:r>
              <a:rPr lang="en-US" sz="2400" dirty="0" err="1">
                <a:solidFill>
                  <a:srgbClr val="00B050"/>
                </a:solidFill>
              </a:rPr>
              <a:t>Respone</a:t>
            </a:r>
            <a:endParaRPr lang="en-US" sz="2400" dirty="0">
              <a:solidFill>
                <a:srgbClr val="00B050"/>
              </a:solidFill>
            </a:endParaRPr>
          </a:p>
          <a:p>
            <a:r>
              <a:rPr lang="en-US" sz="1000" dirty="0">
                <a:solidFill>
                  <a:srgbClr val="00B050"/>
                </a:solidFill>
              </a:rPr>
              <a:t>Receive</a:t>
            </a:r>
            <a:endParaRPr lang="en-US" sz="1000" dirty="0"/>
          </a:p>
          <a:p>
            <a:r>
              <a:rPr lang="en-US" sz="1000" dirty="0"/>
              <a:t>{</a:t>
            </a:r>
            <a:endParaRPr lang="en-US" sz="1000" dirty="0"/>
          </a:p>
          <a:p>
            <a:r>
              <a:rPr lang="en-US" sz="1000" dirty="0"/>
              <a:t>    "code": 0,</a:t>
            </a:r>
            <a:endParaRPr lang="en-US" sz="1000" dirty="0"/>
          </a:p>
          <a:p>
            <a:r>
              <a:rPr lang="en-US" sz="1000" dirty="0"/>
              <a:t>    "message</a:t>
            </a:r>
            <a:r>
              <a:rPr lang="en-US" sz="1000"/>
              <a:t>": "success"</a:t>
            </a:r>
            <a:endParaRPr lang="en-US" sz="1000" dirty="0"/>
          </a:p>
          <a:p>
            <a:r>
              <a:rPr lang="en-US" sz="1000" dirty="0"/>
              <a:t>}</a:t>
            </a:r>
            <a:endParaRPr lang="en-US" sz="1000" dirty="0"/>
          </a:p>
          <a:p>
            <a:endParaRPr lang="en-US" sz="1000" dirty="0">
              <a:solidFill>
                <a:srgbClr val="00B050"/>
              </a:solidFill>
            </a:endParaRPr>
          </a:p>
          <a:p>
            <a:r>
              <a:rPr lang="en-US" sz="1000"/>
              <a:t>code  =  </a:t>
            </a:r>
            <a:r>
              <a:rPr lang="en-US" sz="1000">
                <a:solidFill>
                  <a:srgbClr val="00B050"/>
                </a:solidFill>
              </a:rPr>
              <a:t>0 =&gt; success</a:t>
            </a:r>
            <a:endParaRPr lang="en-US" sz="1000">
              <a:solidFill>
                <a:srgbClr val="00B050"/>
              </a:solidFill>
            </a:endParaRPr>
          </a:p>
          <a:p>
            <a:r>
              <a:rPr lang="en-US" sz="1000">
                <a:solidFill>
                  <a:schemeClr val="tx1"/>
                </a:solidFill>
              </a:rPr>
              <a:t>code !=  0 </a:t>
            </a:r>
            <a:r>
              <a:rPr lang="en-US" sz="1000">
                <a:solidFill>
                  <a:srgbClr val="FF0000"/>
                </a:solidFill>
              </a:rPr>
              <a:t>=&gt; error</a:t>
            </a:r>
            <a:endParaRPr lang="en-US" sz="1000" dirty="0">
              <a:solidFill>
                <a:srgbClr val="FF0000"/>
              </a:solidFill>
            </a:endParaRPr>
          </a:p>
        </p:txBody>
      </p:sp>
      <p:sp>
        <p:nvSpPr>
          <p:cNvPr id="2" name="TextBox 1"/>
          <p:cNvSpPr txBox="1"/>
          <p:nvPr/>
        </p:nvSpPr>
        <p:spPr>
          <a:xfrm>
            <a:off x="3891567" y="2401446"/>
            <a:ext cx="8107775" cy="1323439"/>
          </a:xfrm>
          <a:prstGeom prst="rect">
            <a:avLst/>
          </a:prstGeom>
          <a:noFill/>
        </p:spPr>
        <p:txBody>
          <a:bodyPr wrap="square" rtlCol="0">
            <a:spAutoFit/>
          </a:bodyPr>
          <a:lstStyle/>
          <a:p>
            <a:r>
              <a:rPr lang="en-US" sz="1000" b="1"/>
              <a:t>data_type:</a:t>
            </a:r>
            <a:r>
              <a:rPr lang="en-US" sz="1000"/>
              <a:t> Bắt buộc là "UNDO" hoặc "RESET" để định nghĩa loại hành động (Mandatory is "UNDO" or "RESET" to define the action type).</a:t>
            </a:r>
            <a:endParaRPr lang="en-US" sz="1000"/>
          </a:p>
          <a:p>
            <a:r>
              <a:rPr lang="en-US" sz="1000" b="1"/>
              <a:t>carriercode:</a:t>
            </a:r>
            <a:r>
              <a:rPr lang="en-US" sz="1000"/>
              <a:t> Mã dữ liệu của đồ gá/khay chứa (Carrier code of the fixture/tray).</a:t>
            </a:r>
            <a:endParaRPr lang="en-US" sz="1000"/>
          </a:p>
          <a:p>
            <a:r>
              <a:rPr lang="en-US" sz="1000" b="1"/>
              <a:t>serialnumber:</a:t>
            </a:r>
            <a:r>
              <a:rPr lang="en-US" sz="1000"/>
              <a:t> Mã số sê-ri của sản phẩm (Serial number of the product).</a:t>
            </a:r>
            <a:endParaRPr lang="en-US" sz="1000"/>
          </a:p>
          <a:p>
            <a:r>
              <a:rPr lang="en-US" sz="1000" b="1"/>
              <a:t>step:</a:t>
            </a:r>
            <a:r>
              <a:rPr lang="en-US" sz="1000"/>
              <a:t> Định danh vị trí máy trên dây chuyền tự động (Machine identifier in automation line). Ví dụ: STEP01 = Machine 1, STEP02 = Machine 2, STEPXX = Machine XX.</a:t>
            </a:r>
            <a:endParaRPr lang="en-US" sz="1000"/>
          </a:p>
          <a:p>
            <a:r>
              <a:rPr lang="en-US" sz="1000" b="1"/>
              <a:t>username / password:</a:t>
            </a:r>
            <a:r>
              <a:rPr lang="en-US" sz="1000"/>
              <a:t> Tài khoản mã nhân viên thiết lập máy (Employee login credentials for machine setup).</a:t>
            </a:r>
            <a:endParaRPr lang="en-US" sz="1000"/>
          </a:p>
          <a:p>
            <a:r>
              <a:rPr lang="en-US" sz="1000" b="1"/>
              <a:t>groupname:</a:t>
            </a:r>
            <a:r>
              <a:rPr lang="en-US" sz="1000"/>
              <a:t> Nhóm trạm được cấu hình trong hệ thống SFC (Station group configured in SFC system).</a:t>
            </a:r>
            <a:endParaRPr lang="en-US" sz="1000"/>
          </a:p>
          <a:p>
            <a:r>
              <a:rPr lang="en-US" sz="1000" b="1"/>
              <a:t>stationip:</a:t>
            </a:r>
            <a:r>
              <a:rPr lang="en-US" sz="1000"/>
              <a:t> Địa chỉ IP của máy tính tại trạm (Machine PC IP address).</a:t>
            </a:r>
            <a:endParaRPr lang="en-US" sz="1000"/>
          </a:p>
        </p:txBody>
      </p:sp>
      <p:sp>
        <p:nvSpPr>
          <p:cNvPr id="3" name="TextBox 2"/>
          <p:cNvSpPr txBox="1"/>
          <p:nvPr/>
        </p:nvSpPr>
        <p:spPr>
          <a:xfrm>
            <a:off x="7718575" y="462751"/>
            <a:ext cx="4280767" cy="1754326"/>
          </a:xfrm>
          <a:prstGeom prst="rect">
            <a:avLst/>
          </a:prstGeom>
          <a:noFill/>
        </p:spPr>
        <p:txBody>
          <a:bodyPr wrap="square" rtlCol="0">
            <a:spAutoFit/>
          </a:bodyPr>
          <a:lstStyle/>
          <a:p>
            <a:r>
              <a:rPr lang="en-US" b="1"/>
              <a:t>UNDO:</a:t>
            </a:r>
            <a:r>
              <a:rPr lang="en-US"/>
              <a:t> Hoàn tác (Quay lui) công đoạn khi phát hiện lỗi. Sử dụng khi cần đưa sản phẩm về công trạm trước đó để sửa chữa.</a:t>
            </a:r>
            <a:br>
              <a:rPr lang="en-US"/>
            </a:br>
            <a:r>
              <a:rPr lang="en-US" b="1"/>
              <a:t>RESET:</a:t>
            </a:r>
            <a:r>
              <a:rPr lang="en-US"/>
              <a:t> Khởi tạo lại (Làm lại từ đầu) toàn bộ chu trình lỗi. Đưa đồ gá và sản phẩm về lại trạm đầu tiên.</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DESCRIPTION GENERAL </a:t>
            </a:r>
            <a:r>
              <a:rPr lang="en-US" sz="2800">
                <a:solidFill>
                  <a:srgbClr val="FF0000"/>
                </a:solidFill>
                <a:latin typeface="Calibri" panose="020F0502020204030204" pitchFamily="34" charset="0"/>
                <a:ea typeface="Calibri" panose="020F0502020204030204" pitchFamily="34" charset="0"/>
                <a:cs typeface="Calibri" panose="020F0502020204030204" pitchFamily="34" charset="0"/>
              </a:rPr>
              <a:t>[STATUS]</a:t>
            </a:r>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 API FORMAT</a:t>
            </a: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64561" y="462752"/>
            <a:ext cx="3710688" cy="150810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Request</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“STATUS",</a:t>
            </a:r>
            <a:endParaRPr lang="en-US" sz="1000" dirty="0"/>
          </a:p>
          <a:p>
            <a:r>
              <a:rPr lang="en-US" sz="1000" dirty="0"/>
              <a:t>  "step": "STEPXX",</a:t>
            </a:r>
            <a:endParaRPr lang="en-US" sz="1000" dirty="0"/>
          </a:p>
          <a:p>
            <a:r>
              <a:rPr lang="en-US" sz="1000" dirty="0"/>
              <a:t>  "</a:t>
            </a:r>
            <a:r>
              <a:rPr lang="en-US" sz="1000" dirty="0" err="1"/>
              <a:t>stationip</a:t>
            </a:r>
            <a:r>
              <a:rPr lang="en-US" sz="1000" dirty="0"/>
              <a:t>": "{machine </a:t>
            </a:r>
            <a:r>
              <a:rPr lang="en-US" sz="1000" dirty="0" err="1"/>
              <a:t>ip</a:t>
            </a:r>
            <a:r>
              <a:rPr lang="en-US" sz="1000" dirty="0"/>
              <a:t> address} ",</a:t>
            </a:r>
            <a:endParaRPr lang="en-US" sz="1000" dirty="0"/>
          </a:p>
          <a:p>
            <a:r>
              <a:rPr lang="en-US" sz="1000" dirty="0"/>
              <a:t>  "result": "RUN </a:t>
            </a:r>
            <a:r>
              <a:rPr lang="en-US" sz="1000"/>
              <a:t>/ </a:t>
            </a:r>
            <a:r>
              <a:rPr lang="en-US" sz="1000" smtClean="0"/>
              <a:t>ERROR </a:t>
            </a:r>
            <a:r>
              <a:rPr lang="en-US" sz="1000"/>
              <a:t>/ I</a:t>
            </a:r>
            <a:r>
              <a:rPr lang="en-US" sz="1000" smtClean="0"/>
              <a:t>DLE"</a:t>
            </a:r>
            <a:endParaRPr lang="en-US" sz="1000" dirty="0"/>
          </a:p>
          <a:p>
            <a:r>
              <a:rPr lang="en-US" sz="1000" dirty="0"/>
              <a:t>}</a:t>
            </a:r>
            <a:endParaRPr lang="en-US" sz="800" dirty="0">
              <a:solidFill>
                <a:srgbClr val="FF0000"/>
              </a:solidFill>
            </a:endParaRPr>
          </a:p>
        </p:txBody>
      </p:sp>
      <p:sp>
        <p:nvSpPr>
          <p:cNvPr id="7" name="TextBox 6"/>
          <p:cNvSpPr txBox="1"/>
          <p:nvPr/>
        </p:nvSpPr>
        <p:spPr>
          <a:xfrm>
            <a:off x="3891568" y="462752"/>
            <a:ext cx="3710688" cy="169277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API </a:t>
            </a:r>
            <a:r>
              <a:rPr lang="en-US" sz="2400" dirty="0" err="1">
                <a:solidFill>
                  <a:srgbClr val="00B050"/>
                </a:solidFill>
              </a:rPr>
              <a:t>Respone</a:t>
            </a:r>
            <a:endParaRPr lang="en-US" sz="2400" dirty="0">
              <a:solidFill>
                <a:srgbClr val="00B050"/>
              </a:solidFill>
            </a:endParaRPr>
          </a:p>
          <a:p>
            <a:r>
              <a:rPr lang="en-US" sz="1000" dirty="0">
                <a:solidFill>
                  <a:srgbClr val="00B050"/>
                </a:solidFill>
              </a:rPr>
              <a:t>Receive</a:t>
            </a:r>
            <a:endParaRPr lang="en-US" sz="1000" dirty="0"/>
          </a:p>
          <a:p>
            <a:r>
              <a:rPr lang="en-US" sz="1000" dirty="0"/>
              <a:t>{</a:t>
            </a:r>
            <a:endParaRPr lang="en-US" sz="1000" dirty="0"/>
          </a:p>
          <a:p>
            <a:r>
              <a:rPr lang="en-US" sz="1000" dirty="0"/>
              <a:t>    "code": 0,</a:t>
            </a:r>
            <a:endParaRPr lang="en-US" sz="1000" dirty="0"/>
          </a:p>
          <a:p>
            <a:r>
              <a:rPr lang="en-US" sz="1000" dirty="0"/>
              <a:t>    "message</a:t>
            </a:r>
            <a:r>
              <a:rPr lang="en-US" sz="1000"/>
              <a:t>": "success"</a:t>
            </a:r>
            <a:endParaRPr lang="en-US" sz="1000"/>
          </a:p>
          <a:p>
            <a:r>
              <a:rPr lang="en-US" sz="1000"/>
              <a:t>}</a:t>
            </a:r>
            <a:endParaRPr lang="en-US" sz="1000" dirty="0"/>
          </a:p>
          <a:p>
            <a:endParaRPr lang="en-US" sz="1000" dirty="0">
              <a:solidFill>
                <a:srgbClr val="00B050"/>
              </a:solidFill>
            </a:endParaRPr>
          </a:p>
          <a:p>
            <a:r>
              <a:rPr lang="en-US" sz="1000"/>
              <a:t>code  =  </a:t>
            </a:r>
            <a:r>
              <a:rPr lang="en-US" sz="1000">
                <a:solidFill>
                  <a:srgbClr val="00B050"/>
                </a:solidFill>
              </a:rPr>
              <a:t>0 =&gt; success</a:t>
            </a:r>
            <a:endParaRPr lang="en-US" sz="1000">
              <a:solidFill>
                <a:srgbClr val="00B050"/>
              </a:solidFill>
            </a:endParaRPr>
          </a:p>
          <a:p>
            <a:r>
              <a:rPr lang="en-US" sz="1000">
                <a:solidFill>
                  <a:schemeClr val="tx1"/>
                </a:solidFill>
              </a:rPr>
              <a:t>code !=  0 </a:t>
            </a:r>
            <a:r>
              <a:rPr lang="en-US" sz="1000">
                <a:solidFill>
                  <a:srgbClr val="FF0000"/>
                </a:solidFill>
              </a:rPr>
              <a:t>=&gt; error</a:t>
            </a:r>
            <a:endParaRPr lang="en-US" sz="1000" dirty="0">
              <a:solidFill>
                <a:srgbClr val="FF0000"/>
              </a:solidFill>
            </a:endParaRPr>
          </a:p>
        </p:txBody>
      </p:sp>
      <p:sp>
        <p:nvSpPr>
          <p:cNvPr id="2" name="TextBox 1"/>
          <p:cNvSpPr txBox="1"/>
          <p:nvPr/>
        </p:nvSpPr>
        <p:spPr>
          <a:xfrm>
            <a:off x="3891567" y="2401446"/>
            <a:ext cx="8107775" cy="861774"/>
          </a:xfrm>
          <a:prstGeom prst="rect">
            <a:avLst/>
          </a:prstGeom>
          <a:noFill/>
        </p:spPr>
        <p:txBody>
          <a:bodyPr wrap="square" rtlCol="0">
            <a:spAutoFit/>
          </a:bodyPr>
          <a:lstStyle/>
          <a:p>
            <a:r>
              <a:rPr lang="en-US" sz="1000" b="1"/>
              <a:t>data_type:</a:t>
            </a:r>
            <a:r>
              <a:rPr lang="en-US" sz="1000"/>
              <a:t> Bắt buộc là “STATUS” để định nghĩa loại hành động (Mandatory is “STATUS" to define the action type).</a:t>
            </a:r>
            <a:endParaRPr lang="en-US" sz="1000"/>
          </a:p>
          <a:p>
            <a:r>
              <a:rPr lang="en-US" sz="1000" b="1"/>
              <a:t>step:</a:t>
            </a:r>
            <a:r>
              <a:rPr lang="en-US" sz="1000"/>
              <a:t> Định danh vị trí máy trên dây chuyền tự động (Machine identifier in automation line). Ví dụ: STEP01 = Machine 1, STEP02 = Machine 2, STEPXX = Machine XX.</a:t>
            </a:r>
            <a:endParaRPr lang="en-US" sz="1000"/>
          </a:p>
          <a:p>
            <a:r>
              <a:rPr lang="en-US" sz="1000" b="1"/>
              <a:t>stationip:</a:t>
            </a:r>
            <a:r>
              <a:rPr lang="en-US" sz="1000"/>
              <a:t> Địa chỉ IP của máy tính tại trạm (Machine PC IP address).</a:t>
            </a:r>
            <a:endParaRPr lang="en-US" sz="1000"/>
          </a:p>
          <a:p>
            <a:r>
              <a:rPr lang="en-US" sz="1000" b="1"/>
              <a:t>result: </a:t>
            </a:r>
            <a:r>
              <a:rPr lang="en-US" sz="1000"/>
              <a:t>Trạng thái hiện tại của máy (Current machine status).</a:t>
            </a:r>
            <a:r>
              <a:rPr lang="en-US" sz="1000" b="1"/>
              <a:t> </a:t>
            </a:r>
            <a:endParaRPr lang="en-US" sz="1000" b="1"/>
          </a:p>
        </p:txBody>
      </p:sp>
      <p:sp>
        <p:nvSpPr>
          <p:cNvPr id="8" name="TextBox 7"/>
          <p:cNvSpPr txBox="1"/>
          <p:nvPr/>
        </p:nvSpPr>
        <p:spPr>
          <a:xfrm>
            <a:off x="7718575" y="462751"/>
            <a:ext cx="4280767" cy="646331"/>
          </a:xfrm>
          <a:prstGeom prst="rect">
            <a:avLst/>
          </a:prstGeom>
          <a:noFill/>
        </p:spPr>
        <p:txBody>
          <a:bodyPr wrap="square" rtlCol="0">
            <a:spAutoFit/>
          </a:bodyPr>
          <a:lstStyle/>
          <a:p>
            <a:r>
              <a:rPr lang="en-US" b="1"/>
              <a:t>STATUS: </a:t>
            </a:r>
            <a:r>
              <a:rPr lang="en-US" altLang="zh-CN"/>
              <a:t>Each machine must send runtime status every 5 seconds</a:t>
            </a:r>
            <a:endParaRPr lang="en-US" b="1"/>
          </a:p>
        </p:txBody>
      </p:sp>
      <p:graphicFrame>
        <p:nvGraphicFramePr>
          <p:cNvPr id="9" name="Table 8"/>
          <p:cNvGraphicFramePr>
            <a:graphicFrameLocks noGrp="1"/>
          </p:cNvGraphicFramePr>
          <p:nvPr/>
        </p:nvGraphicFramePr>
        <p:xfrm>
          <a:off x="1451362" y="4987934"/>
          <a:ext cx="8072647" cy="370840"/>
        </p:xfrm>
        <a:graphic>
          <a:graphicData uri="http://schemas.openxmlformats.org/drawingml/2006/table">
            <a:tbl>
              <a:tblPr firstRow="1" bandRow="1">
                <a:tableStyleId>{69012ECD-51FC-41F1-AA8D-1B2483CD663E}</a:tableStyleId>
              </a:tblPr>
              <a:tblGrid>
                <a:gridCol w="866492"/>
                <a:gridCol w="208280"/>
                <a:gridCol w="6997875"/>
              </a:tblGrid>
              <a:tr h="370840">
                <a:tc>
                  <a:txBody>
                    <a:bodyPr/>
                    <a:lstStyle/>
                    <a:p>
                      <a:pPr algn="ctr"/>
                      <a:r>
                        <a:rPr lang="en-US" sz="1200" b="0" dirty="0">
                          <a:solidFill>
                            <a:schemeClr val="tx1"/>
                          </a:solidFill>
                        </a:rPr>
                        <a:t>ONLINE</a:t>
                      </a: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2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b="0" smtClean="0">
                          <a:solidFill>
                            <a:schemeClr val="tx1"/>
                          </a:solidFill>
                        </a:rPr>
                        <a:t>http://10.220.130.20:2222/api/ODMMachine/Automation/AutoApiMachineStatus</a:t>
                      </a:r>
                      <a:endParaRPr lang="en-US" sz="12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20" name="Rectangle 1"/>
          <p:cNvSpPr>
            <a:spLocks noGrp="1" noChangeArrowheads="1"/>
          </p:cNvSpPr>
          <p:nvPr>
            <p:ph type="title"/>
          </p:nvPr>
        </p:nvSpPr>
        <p:spPr bwMode="auto">
          <a:xfrm>
            <a:off x="136525" y="2741116"/>
            <a:ext cx="361836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smtClean="0">
                <a:ln>
                  <a:noFill/>
                </a:ln>
                <a:solidFill>
                  <a:srgbClr val="00B050"/>
                </a:solidFill>
                <a:effectLst/>
                <a:latin typeface="Arial" panose="020B0604020202020204" pitchFamily="34" charset="0"/>
              </a:rPr>
              <a:t>Green light </a:t>
            </a:r>
            <a:r>
              <a:rPr kumimoji="0" lang="en-US" altLang="en-US" sz="1800" b="1"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smtClean="0">
                <a:ln>
                  <a:noFill/>
                </a:ln>
                <a:solidFill>
                  <a:schemeClr val="tx1"/>
                </a:solidFill>
                <a:effectLst/>
                <a:latin typeface="Arial" panose="020B0604020202020204" pitchFamily="34" charset="0"/>
              </a:rPr>
              <a:t>send resul: </a:t>
            </a:r>
            <a:r>
              <a:rPr kumimoji="0" lang="en-US" altLang="en-US" sz="1000" b="1" i="0" u="none" strike="noStrike" cap="none" normalizeH="0" baseline="0" dirty="0" smtClean="0">
                <a:ln>
                  <a:noFill/>
                </a:ln>
                <a:solidFill>
                  <a:srgbClr val="00B050"/>
                </a:solidFill>
                <a:effectLst/>
                <a:latin typeface="Arial Unicode MS"/>
              </a:rPr>
              <a:t>RUN</a:t>
            </a:r>
            <a:r>
              <a:rPr kumimoji="0" lang="en-US" altLang="en-US" sz="800" b="0" i="0" u="none" strike="noStrike" cap="none" normalizeH="0" baseline="0" dirty="0" smtClean="0">
                <a:ln>
                  <a:noFill/>
                </a:ln>
                <a:solidFill>
                  <a:srgbClr val="00B050"/>
                </a:solidFill>
                <a:effectLst/>
              </a:rPr>
              <a:t> </a:t>
            </a:r>
            <a:endParaRPr kumimoji="0" lang="en-US" altLang="en-US" sz="1800" b="0" i="0" u="none" strike="noStrike" cap="none" normalizeH="0" baseline="0" dirty="0" smtClean="0">
              <a:ln>
                <a:noFill/>
              </a:ln>
              <a:solidFill>
                <a:srgbClr val="00B05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smtClean="0">
                <a:ln>
                  <a:noFill/>
                </a:ln>
                <a:solidFill>
                  <a:srgbClr val="FFFF00"/>
                </a:solidFill>
                <a:effectLst/>
                <a:latin typeface="Arial" panose="020B0604020202020204" pitchFamily="34" charset="0"/>
              </a:rPr>
              <a:t>Yellow light </a:t>
            </a:r>
            <a:r>
              <a:rPr kumimoji="0" lang="en-US" altLang="en-US" sz="1800" b="1" i="0" u="none" strike="noStrike" cap="none" normalizeH="0" baseline="0" dirty="0" smtClean="0">
                <a:ln>
                  <a:noFill/>
                </a:ln>
                <a:solidFill>
                  <a:schemeClr val="tx1"/>
                </a:solidFill>
                <a:effectLst/>
                <a:latin typeface="Arial" panose="020B0604020202020204" pitchFamily="34" charset="0"/>
              </a:rPr>
              <a:t>→ send result: </a:t>
            </a:r>
            <a:r>
              <a:rPr kumimoji="0" lang="en-US" altLang="en-US" sz="1000" b="1" i="0" u="none" strike="noStrike" cap="none" normalizeH="0" baseline="0" dirty="0" smtClean="0">
                <a:ln>
                  <a:noFill/>
                </a:ln>
                <a:solidFill>
                  <a:srgbClr val="FFFF00"/>
                </a:solidFill>
                <a:effectLst/>
                <a:latin typeface="Arial Unicode MS"/>
              </a:rPr>
              <a:t>IDLE</a:t>
            </a:r>
            <a:r>
              <a:rPr kumimoji="0" lang="en-US" altLang="en-US" sz="800" b="0" i="0" u="none" strike="noStrike" cap="none" normalizeH="0" baseline="0" dirty="0" smtClean="0">
                <a:ln>
                  <a:noFill/>
                </a:ln>
                <a:solidFill>
                  <a:srgbClr val="FFFF00"/>
                </a:solidFill>
                <a:effectLst/>
              </a:rPr>
              <a:t> </a:t>
            </a:r>
            <a:endParaRPr kumimoji="0" lang="en-US" altLang="en-US" sz="1800" b="0" i="0" u="none" strike="noStrike" cap="none" normalizeH="0" baseline="0" dirty="0" smtClean="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smtClean="0">
                <a:ln>
                  <a:noFill/>
                </a:ln>
                <a:solidFill>
                  <a:srgbClr val="FF0000"/>
                </a:solidFill>
                <a:effectLst/>
                <a:latin typeface="Arial" panose="020B0604020202020204" pitchFamily="34" charset="0"/>
              </a:rPr>
              <a:t>Red light </a:t>
            </a:r>
            <a:r>
              <a:rPr kumimoji="0" lang="en-US" altLang="en-US" sz="1800" b="1" i="0" u="none" strike="noStrike" cap="none" normalizeH="0" baseline="0" dirty="0" smtClean="0">
                <a:ln>
                  <a:noFill/>
                </a:ln>
                <a:solidFill>
                  <a:schemeClr val="tx1"/>
                </a:solidFill>
                <a:effectLst/>
                <a:latin typeface="Arial" panose="020B0604020202020204" pitchFamily="34" charset="0"/>
              </a:rPr>
              <a:t>→ send result: </a:t>
            </a:r>
            <a:r>
              <a:rPr kumimoji="0" lang="en-US" altLang="en-US" sz="1000" b="1" i="0" u="none" strike="noStrike" cap="none" normalizeH="0" baseline="0" dirty="0" smtClean="0">
                <a:ln>
                  <a:noFill/>
                </a:ln>
                <a:solidFill>
                  <a:srgbClr val="FF0000"/>
                </a:solidFill>
                <a:effectLst/>
                <a:latin typeface="Arial Unicode MS"/>
              </a:rPr>
              <a:t>ERROR</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DESCRIPTION GENERAL </a:t>
            </a:r>
            <a:r>
              <a:rPr lang="en-US" sz="2800">
                <a:solidFill>
                  <a:srgbClr val="FF0000"/>
                </a:solidFill>
                <a:latin typeface="Calibri" panose="020F0502020204030204" pitchFamily="34" charset="0"/>
                <a:ea typeface="Calibri" panose="020F0502020204030204" pitchFamily="34" charset="0"/>
                <a:cs typeface="Calibri" panose="020F0502020204030204" pitchFamily="34" charset="0"/>
              </a:rPr>
              <a:t>[CHECK PROGRESS]</a:t>
            </a:r>
            <a:r>
              <a:rPr lang="en-US" sz="2800">
                <a:solidFill>
                  <a:schemeClr val="bg1"/>
                </a:solidFill>
                <a:latin typeface="Calibri" panose="020F0502020204030204" pitchFamily="34" charset="0"/>
                <a:ea typeface="Calibri" panose="020F0502020204030204" pitchFamily="34" charset="0"/>
                <a:cs typeface="Calibri" panose="020F0502020204030204" pitchFamily="34" charset="0"/>
              </a:rPr>
              <a:t> API FORMAT</a:t>
            </a:r>
            <a:endPar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64561" y="462752"/>
            <a:ext cx="2678639" cy="33239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solidFill>
                  <a:srgbClr val="00B050"/>
                </a:solidFill>
              </a:rPr>
              <a:t>CHECK CARRIER CODE</a:t>
            </a:r>
            <a:endParaRPr lang="en-US" dirty="0">
              <a:solidFill>
                <a:srgbClr val="00B050"/>
              </a:solidFill>
            </a:endParaRPr>
          </a:p>
          <a:p>
            <a:endParaRPr lang="en-US" sz="800" dirty="0"/>
          </a:p>
          <a:p>
            <a:pPr latinLnBrk="1"/>
            <a:r>
              <a:rPr lang="en-US" sz="1100" dirty="0"/>
              <a:t>{</a:t>
            </a:r>
            <a:endParaRPr lang="en-US" sz="1100" dirty="0"/>
          </a:p>
          <a:p>
            <a:pPr latinLnBrk="1"/>
            <a:r>
              <a:rPr lang="en-US" sz="1100" dirty="0"/>
              <a:t>"</a:t>
            </a:r>
            <a:r>
              <a:rPr lang="en-US" sz="1100" dirty="0" err="1"/>
              <a:t>kps</a:t>
            </a:r>
            <a:r>
              <a:rPr lang="en-US" sz="1100" dirty="0"/>
              <a:t>": [</a:t>
            </a:r>
            <a:endParaRPr lang="en-US" sz="1100" dirty="0"/>
          </a:p>
          <a:p>
            <a:pPr latinLnBrk="1"/>
            <a:r>
              <a:rPr lang="en-US" sz="1100" dirty="0"/>
              <a:t>    {</a:t>
            </a:r>
            <a:endParaRPr lang="en-US" sz="1100" dirty="0"/>
          </a:p>
          <a:p>
            <a:pPr latinLnBrk="1"/>
            <a:r>
              <a:rPr lang="en-US" sz="1100" dirty="0"/>
              <a:t>      "</a:t>
            </a:r>
            <a:r>
              <a:rPr lang="en-US" sz="1100" dirty="0" err="1"/>
              <a:t>kpname</a:t>
            </a:r>
            <a:r>
              <a:rPr lang="en-US" sz="1100" dirty="0"/>
              <a:t>": "CARRIER CODE",</a:t>
            </a:r>
            <a:endParaRPr lang="en-US" sz="1100" dirty="0"/>
          </a:p>
          <a:p>
            <a:pPr latinLnBrk="1"/>
            <a:r>
              <a:rPr lang="en-US" sz="1100" dirty="0"/>
              <a:t>      "</a:t>
            </a:r>
            <a:r>
              <a:rPr lang="en-US" sz="1100" dirty="0" err="1"/>
              <a:t>kpvalue</a:t>
            </a:r>
            <a:r>
              <a:rPr lang="en-US" sz="1100" dirty="0"/>
              <a:t>": </a:t>
            </a:r>
            <a:r>
              <a:rPr lang="en-US" sz="1100" dirty="0">
                <a:solidFill>
                  <a:srgbClr val="FF0000"/>
                </a:solidFill>
              </a:rPr>
              <a:t>"{need scan}"</a:t>
            </a:r>
            <a:endParaRPr lang="en-US" sz="1100" dirty="0">
              <a:solidFill>
                <a:srgbClr val="FF0000"/>
              </a:solidFill>
            </a:endParaRPr>
          </a:p>
          <a:p>
            <a:pPr latinLnBrk="1"/>
            <a:r>
              <a:rPr lang="en-US" sz="1100" dirty="0"/>
              <a:t>    },</a:t>
            </a:r>
            <a:endParaRPr lang="en-US" sz="1100" dirty="0"/>
          </a:p>
          <a:p>
            <a:pPr latinLnBrk="1"/>
            <a:r>
              <a:rPr lang="en-US" sz="1100" dirty="0"/>
              <a:t>    {</a:t>
            </a:r>
            <a:endParaRPr lang="en-US" sz="1100" dirty="0"/>
          </a:p>
          <a:p>
            <a:pPr latinLnBrk="1"/>
            <a:r>
              <a:rPr lang="en-US" sz="1100" dirty="0"/>
              <a:t>      "</a:t>
            </a:r>
            <a:r>
              <a:rPr lang="en-US" sz="1100" dirty="0" err="1"/>
              <a:t>kpname</a:t>
            </a:r>
            <a:r>
              <a:rPr lang="en-US" sz="1100" dirty="0"/>
              <a:t>": "PRODUCT NAME",</a:t>
            </a:r>
            <a:endParaRPr lang="en-US" sz="1100" dirty="0"/>
          </a:p>
          <a:p>
            <a:pPr latinLnBrk="1"/>
            <a:r>
              <a:rPr lang="en-US" sz="1100" dirty="0"/>
              <a:t>      "</a:t>
            </a:r>
            <a:r>
              <a:rPr lang="en-US" sz="1100" dirty="0" err="1"/>
              <a:t>kpvalue</a:t>
            </a:r>
            <a:r>
              <a:rPr lang="en-US" sz="1100" dirty="0"/>
              <a:t>": "</a:t>
            </a:r>
            <a:r>
              <a:rPr lang="en-US" sz="1100" dirty="0">
                <a:solidFill>
                  <a:srgbClr val="FF0000"/>
                </a:solidFill>
              </a:rPr>
              <a:t>…</a:t>
            </a:r>
            <a:r>
              <a:rPr lang="en-US" sz="1100" dirty="0"/>
              <a:t>"</a:t>
            </a:r>
            <a:endParaRPr lang="en-US" sz="1100" dirty="0"/>
          </a:p>
          <a:p>
            <a:pPr latinLnBrk="1"/>
            <a:r>
              <a:rPr lang="en-US" sz="1100" dirty="0"/>
              <a:t>    },</a:t>
            </a:r>
            <a:endParaRPr lang="en-US" sz="1100" dirty="0"/>
          </a:p>
          <a:p>
            <a:pPr latinLnBrk="1"/>
            <a:r>
              <a:rPr lang="en-US" sz="1100" dirty="0"/>
              <a:t>    {</a:t>
            </a:r>
            <a:endParaRPr lang="en-US" sz="1100" dirty="0"/>
          </a:p>
          <a:p>
            <a:pPr latinLnBrk="1"/>
            <a:r>
              <a:rPr lang="en-US" sz="1100" dirty="0"/>
              <a:t>      "</a:t>
            </a:r>
            <a:r>
              <a:rPr lang="en-US" sz="1100" dirty="0" err="1"/>
              <a:t>kpname</a:t>
            </a:r>
            <a:r>
              <a:rPr lang="en-US" sz="1100" dirty="0"/>
              <a:t>": "PRODUCT TYPE",</a:t>
            </a:r>
            <a:endParaRPr lang="en-US" sz="1100" dirty="0"/>
          </a:p>
          <a:p>
            <a:pPr latinLnBrk="1"/>
            <a:r>
              <a:rPr lang="en-US" sz="1100" dirty="0"/>
              <a:t>      "</a:t>
            </a:r>
            <a:r>
              <a:rPr lang="en-US" sz="1100" dirty="0" err="1"/>
              <a:t>kpvalue</a:t>
            </a:r>
            <a:r>
              <a:rPr lang="en-US" sz="1100" dirty="0"/>
              <a:t>": "</a:t>
            </a:r>
            <a:r>
              <a:rPr lang="en-US" sz="1100" dirty="0">
                <a:solidFill>
                  <a:srgbClr val="FF0000"/>
                </a:solidFill>
              </a:rPr>
              <a:t>…</a:t>
            </a:r>
            <a:r>
              <a:rPr lang="en-US" sz="1100" dirty="0"/>
              <a:t>"</a:t>
            </a:r>
            <a:endParaRPr lang="en-US" sz="1100" dirty="0"/>
          </a:p>
          <a:p>
            <a:pPr latinLnBrk="1"/>
            <a:r>
              <a:rPr lang="en-US" sz="1100" dirty="0"/>
              <a:t>    }</a:t>
            </a:r>
            <a:endParaRPr lang="en-US" sz="1100" dirty="0"/>
          </a:p>
          <a:p>
            <a:pPr latinLnBrk="1"/>
            <a:r>
              <a:rPr lang="en-US" sz="1100" dirty="0"/>
              <a:t>  ]</a:t>
            </a:r>
            <a:endParaRPr lang="en-US" sz="1100" dirty="0"/>
          </a:p>
          <a:p>
            <a:pPr latinLnBrk="1"/>
            <a:r>
              <a:rPr lang="en-US" sz="1100" dirty="0"/>
              <a:t>}</a:t>
            </a:r>
            <a:endParaRPr lang="en-US" sz="1100" dirty="0"/>
          </a:p>
          <a:p>
            <a:endParaRPr lang="en-US" sz="800" dirty="0">
              <a:solidFill>
                <a:srgbClr val="FF0000"/>
              </a:solidFill>
            </a:endParaRPr>
          </a:p>
        </p:txBody>
      </p:sp>
      <p:sp>
        <p:nvSpPr>
          <p:cNvPr id="5" name="TextBox 4"/>
          <p:cNvSpPr txBox="1"/>
          <p:nvPr/>
        </p:nvSpPr>
        <p:spPr>
          <a:xfrm>
            <a:off x="2872416" y="462751"/>
            <a:ext cx="3223584" cy="33239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solidFill>
                  <a:srgbClr val="00B050"/>
                </a:solidFill>
              </a:rPr>
              <a:t>CHECK SERIAL NUMBER</a:t>
            </a:r>
            <a:endParaRPr lang="en-US" dirty="0">
              <a:solidFill>
                <a:srgbClr val="00B050"/>
              </a:solidFill>
            </a:endParaRPr>
          </a:p>
          <a:p>
            <a:endParaRPr lang="en-US" sz="800" dirty="0"/>
          </a:p>
          <a:p>
            <a:pPr latinLnBrk="1"/>
            <a:r>
              <a:rPr lang="en-US" sz="1100"/>
              <a:t>{</a:t>
            </a:r>
            <a:endParaRPr lang="en-US" sz="1100"/>
          </a:p>
          <a:p>
            <a:pPr latinLnBrk="1"/>
            <a:r>
              <a:rPr lang="en-US" sz="1100"/>
              <a:t>"kps": [</a:t>
            </a:r>
            <a:endParaRPr lang="en-US" sz="1100"/>
          </a:p>
          <a:p>
            <a:pPr latinLnBrk="1"/>
            <a:r>
              <a:rPr lang="en-US" sz="1100"/>
              <a:t>    {</a:t>
            </a:r>
            <a:endParaRPr lang="en-US" sz="1100"/>
          </a:p>
          <a:p>
            <a:pPr latinLnBrk="1"/>
            <a:r>
              <a:rPr lang="en-US" sz="1100"/>
              <a:t>      "kpname": “SERIAL NUMBER",</a:t>
            </a:r>
            <a:endParaRPr lang="en-US" sz="1100"/>
          </a:p>
          <a:p>
            <a:pPr latinLnBrk="1"/>
            <a:r>
              <a:rPr lang="en-US" sz="1100"/>
              <a:t>      "kpvalue": </a:t>
            </a:r>
            <a:r>
              <a:rPr lang="en-US" sz="1100">
                <a:solidFill>
                  <a:srgbClr val="FF0000"/>
                </a:solidFill>
              </a:rPr>
              <a:t>"{need scan}"</a:t>
            </a:r>
            <a:endParaRPr lang="en-US" sz="1100">
              <a:solidFill>
                <a:srgbClr val="FF0000"/>
              </a:solidFill>
            </a:endParaRPr>
          </a:p>
          <a:p>
            <a:pPr latinLnBrk="1"/>
            <a:r>
              <a:rPr lang="en-US" sz="1100"/>
              <a:t>    },</a:t>
            </a:r>
            <a:endParaRPr lang="en-US" sz="1100"/>
          </a:p>
          <a:p>
            <a:pPr latinLnBrk="1"/>
            <a:r>
              <a:rPr lang="en-US" sz="1100"/>
              <a:t>    {</a:t>
            </a:r>
            <a:endParaRPr lang="en-US" sz="1100"/>
          </a:p>
          <a:p>
            <a:pPr latinLnBrk="1"/>
            <a:r>
              <a:rPr lang="en-US" sz="1100"/>
              <a:t>      "kpname": "PRODUCT NAME",</a:t>
            </a:r>
            <a:endParaRPr lang="en-US" sz="1100"/>
          </a:p>
          <a:p>
            <a:pPr latinLnBrk="1"/>
            <a:r>
              <a:rPr lang="en-US" sz="1100"/>
              <a:t>      "kpvalue": "</a:t>
            </a:r>
            <a:r>
              <a:rPr lang="en-US" sz="1100">
                <a:solidFill>
                  <a:srgbClr val="FF0000"/>
                </a:solidFill>
              </a:rPr>
              <a:t>…</a:t>
            </a:r>
            <a:r>
              <a:rPr lang="en-US" sz="1100"/>
              <a:t>"</a:t>
            </a:r>
            <a:endParaRPr lang="en-US" sz="1100"/>
          </a:p>
          <a:p>
            <a:pPr latinLnBrk="1"/>
            <a:r>
              <a:rPr lang="en-US" sz="1100"/>
              <a:t>    },</a:t>
            </a:r>
            <a:endParaRPr lang="en-US" sz="1100"/>
          </a:p>
          <a:p>
            <a:pPr latinLnBrk="1"/>
            <a:r>
              <a:rPr lang="en-US" sz="1100"/>
              <a:t>    {</a:t>
            </a:r>
            <a:endParaRPr lang="en-US" sz="1100"/>
          </a:p>
          <a:p>
            <a:pPr latinLnBrk="1"/>
            <a:r>
              <a:rPr lang="en-US" sz="1100"/>
              <a:t>      "kpname": "PRODUCT TYPE",</a:t>
            </a:r>
            <a:endParaRPr lang="en-US" sz="1100"/>
          </a:p>
          <a:p>
            <a:pPr latinLnBrk="1"/>
            <a:r>
              <a:rPr lang="en-US" sz="1100"/>
              <a:t>      "kpvalue": "</a:t>
            </a:r>
            <a:r>
              <a:rPr lang="en-US" sz="1100">
                <a:solidFill>
                  <a:srgbClr val="FF0000"/>
                </a:solidFill>
              </a:rPr>
              <a:t>…</a:t>
            </a:r>
            <a:r>
              <a:rPr lang="en-US" sz="1100"/>
              <a:t>"</a:t>
            </a:r>
            <a:endParaRPr lang="en-US" sz="1100"/>
          </a:p>
          <a:p>
            <a:pPr latinLnBrk="1"/>
            <a:r>
              <a:rPr lang="en-US" sz="1100"/>
              <a:t>    }</a:t>
            </a:r>
            <a:endParaRPr lang="en-US" sz="1100"/>
          </a:p>
          <a:p>
            <a:pPr latinLnBrk="1"/>
            <a:r>
              <a:rPr lang="en-US" sz="1100"/>
              <a:t>  ]</a:t>
            </a:r>
            <a:endParaRPr lang="en-US" sz="1100"/>
          </a:p>
          <a:p>
            <a:pPr latinLnBrk="1"/>
            <a:r>
              <a:rPr lang="en-US" sz="1100"/>
              <a:t>}</a:t>
            </a:r>
            <a:endParaRPr lang="en-US" sz="1100"/>
          </a:p>
          <a:p>
            <a:endParaRPr lang="en-US" sz="800" dirty="0">
              <a:solidFill>
                <a:srgbClr val="FF0000"/>
              </a:solidFill>
            </a:endParaRPr>
          </a:p>
        </p:txBody>
      </p:sp>
      <p:sp>
        <p:nvSpPr>
          <p:cNvPr id="10" name="TextBox 9"/>
          <p:cNvSpPr txBox="1"/>
          <p:nvPr/>
        </p:nvSpPr>
        <p:spPr>
          <a:xfrm>
            <a:off x="6225216" y="462751"/>
            <a:ext cx="2355366" cy="33239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solidFill>
                  <a:srgbClr val="00B050"/>
                </a:solidFill>
              </a:rPr>
              <a:t>CHECK KPS</a:t>
            </a:r>
            <a:endParaRPr lang="en-US" dirty="0">
              <a:solidFill>
                <a:srgbClr val="00B050"/>
              </a:solidFill>
            </a:endParaRPr>
          </a:p>
          <a:p>
            <a:endParaRPr lang="en-US" sz="800" dirty="0"/>
          </a:p>
          <a:p>
            <a:pPr latinLnBrk="1"/>
            <a:r>
              <a:rPr lang="en-US" sz="1100"/>
              <a:t>{</a:t>
            </a:r>
            <a:endParaRPr lang="en-US" sz="1100"/>
          </a:p>
          <a:p>
            <a:pPr latinLnBrk="1"/>
            <a:r>
              <a:rPr lang="en-US" sz="1100"/>
              <a:t>"kps": [</a:t>
            </a:r>
            <a:endParaRPr lang="en-US" sz="1100"/>
          </a:p>
          <a:p>
            <a:pPr latinLnBrk="1"/>
            <a:r>
              <a:rPr lang="en-US" sz="1100"/>
              <a:t>    {</a:t>
            </a:r>
            <a:endParaRPr lang="en-US" sz="1100"/>
          </a:p>
          <a:p>
            <a:pPr latinLnBrk="1"/>
            <a:r>
              <a:rPr lang="en-US" sz="1100"/>
              <a:t>      "kpname": “KPVALUE",</a:t>
            </a:r>
            <a:endParaRPr lang="en-US" sz="1100"/>
          </a:p>
          <a:p>
            <a:pPr latinLnBrk="1"/>
            <a:r>
              <a:rPr lang="en-US" sz="1100"/>
              <a:t>      "kpvalue": </a:t>
            </a:r>
            <a:r>
              <a:rPr lang="en-US" sz="1100">
                <a:solidFill>
                  <a:srgbClr val="FF0000"/>
                </a:solidFill>
              </a:rPr>
              <a:t>"{need scan}"</a:t>
            </a:r>
            <a:endParaRPr lang="en-US" sz="1100">
              <a:solidFill>
                <a:srgbClr val="FF0000"/>
              </a:solidFill>
            </a:endParaRPr>
          </a:p>
          <a:p>
            <a:pPr latinLnBrk="1"/>
            <a:r>
              <a:rPr lang="en-US" sz="1100"/>
              <a:t>    },</a:t>
            </a:r>
            <a:endParaRPr lang="en-US" sz="1100"/>
          </a:p>
          <a:p>
            <a:pPr latinLnBrk="1"/>
            <a:r>
              <a:rPr lang="en-US" sz="1100"/>
              <a:t>    {</a:t>
            </a:r>
            <a:endParaRPr lang="en-US" sz="1100"/>
          </a:p>
          <a:p>
            <a:pPr latinLnBrk="1"/>
            <a:r>
              <a:rPr lang="en-US" sz="1100"/>
              <a:t>      "kpname": "PRODUCT NAME",</a:t>
            </a:r>
            <a:endParaRPr lang="en-US" sz="1100"/>
          </a:p>
          <a:p>
            <a:pPr latinLnBrk="1"/>
            <a:r>
              <a:rPr lang="en-US" sz="1100"/>
              <a:t>      "kpvalue": "</a:t>
            </a:r>
            <a:r>
              <a:rPr lang="en-US" sz="1100">
                <a:solidFill>
                  <a:srgbClr val="FF0000"/>
                </a:solidFill>
              </a:rPr>
              <a:t>…</a:t>
            </a:r>
            <a:r>
              <a:rPr lang="en-US" sz="1100"/>
              <a:t>"</a:t>
            </a:r>
            <a:endParaRPr lang="en-US" sz="1100"/>
          </a:p>
          <a:p>
            <a:pPr latinLnBrk="1"/>
            <a:r>
              <a:rPr lang="en-US" sz="1100"/>
              <a:t>    },</a:t>
            </a:r>
            <a:endParaRPr lang="en-US" sz="1100"/>
          </a:p>
          <a:p>
            <a:pPr latinLnBrk="1"/>
            <a:r>
              <a:rPr lang="en-US" sz="1100"/>
              <a:t>    {</a:t>
            </a:r>
            <a:endParaRPr lang="en-US" sz="1100"/>
          </a:p>
          <a:p>
            <a:pPr latinLnBrk="1"/>
            <a:r>
              <a:rPr lang="en-US" sz="1100"/>
              <a:t>      "kpname": "PRODUCT TYPE",</a:t>
            </a:r>
            <a:endParaRPr lang="en-US" sz="1100"/>
          </a:p>
          <a:p>
            <a:pPr latinLnBrk="1"/>
            <a:r>
              <a:rPr lang="en-US" sz="1100"/>
              <a:t>      "kpvalue": "</a:t>
            </a:r>
            <a:r>
              <a:rPr lang="en-US" sz="1100">
                <a:solidFill>
                  <a:srgbClr val="FF0000"/>
                </a:solidFill>
              </a:rPr>
              <a:t>…</a:t>
            </a:r>
            <a:r>
              <a:rPr lang="en-US" sz="1100"/>
              <a:t>"</a:t>
            </a:r>
            <a:endParaRPr lang="en-US" sz="1100"/>
          </a:p>
          <a:p>
            <a:pPr latinLnBrk="1"/>
            <a:r>
              <a:rPr lang="en-US" sz="1100"/>
              <a:t>    }</a:t>
            </a:r>
            <a:endParaRPr lang="en-US" sz="1100"/>
          </a:p>
          <a:p>
            <a:pPr latinLnBrk="1"/>
            <a:r>
              <a:rPr lang="en-US" sz="1100"/>
              <a:t>  ]</a:t>
            </a:r>
            <a:endParaRPr lang="en-US" sz="1100"/>
          </a:p>
          <a:p>
            <a:pPr latinLnBrk="1"/>
            <a:r>
              <a:rPr lang="en-US" sz="1100"/>
              <a:t>}</a:t>
            </a:r>
            <a:endParaRPr lang="en-US" sz="1100"/>
          </a:p>
          <a:p>
            <a:endParaRPr lang="en-US" sz="800" dirty="0">
              <a:solidFill>
                <a:srgbClr val="FF0000"/>
              </a:solidFill>
            </a:endParaRPr>
          </a:p>
        </p:txBody>
      </p:sp>
      <p:sp>
        <p:nvSpPr>
          <p:cNvPr id="12" name="TextBox 11"/>
          <p:cNvSpPr txBox="1"/>
          <p:nvPr/>
        </p:nvSpPr>
        <p:spPr>
          <a:xfrm>
            <a:off x="8709797" y="462751"/>
            <a:ext cx="3297475" cy="598625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solidFill>
                  <a:srgbClr val="00B050"/>
                </a:solidFill>
              </a:rPr>
              <a:t>API RESPONSE</a:t>
            </a:r>
            <a:endParaRPr lang="en-US" dirty="0">
              <a:solidFill>
                <a:srgbClr val="00B050"/>
              </a:solidFill>
            </a:endParaRPr>
          </a:p>
          <a:p>
            <a:endParaRPr lang="en-US" sz="800" dirty="0"/>
          </a:p>
          <a:p>
            <a:pPr latinLnBrk="1"/>
            <a:r>
              <a:rPr lang="en-US" sz="1050"/>
              <a:t>{</a:t>
            </a:r>
            <a:endParaRPr lang="en-US" sz="1050"/>
          </a:p>
          <a:p>
            <a:pPr latinLnBrk="1"/>
            <a:r>
              <a:rPr lang="en-US" sz="1050"/>
              <a:t>  "code": 0,</a:t>
            </a:r>
            <a:endParaRPr lang="en-US" sz="1050"/>
          </a:p>
          <a:p>
            <a:pPr latinLnBrk="1"/>
            <a:r>
              <a:rPr lang="en-US" sz="1050"/>
              <a:t>  "message": "…",</a:t>
            </a:r>
            <a:endParaRPr lang="en-US" sz="1050"/>
          </a:p>
          <a:p>
            <a:pPr latinLnBrk="1"/>
            <a:r>
              <a:rPr lang="en-US" sz="1050"/>
              <a:t>  "kps": [</a:t>
            </a:r>
            <a:endParaRPr lang="en-US" sz="1050"/>
          </a:p>
          <a:p>
            <a:pPr latinLnBrk="1"/>
            <a:r>
              <a:rPr lang="en-US" sz="1050"/>
              <a:t>    {</a:t>
            </a:r>
            <a:endParaRPr lang="en-US" sz="1050"/>
          </a:p>
          <a:p>
            <a:pPr latinLnBrk="1"/>
            <a:r>
              <a:rPr lang="en-US" sz="1050"/>
              <a:t>      "kpname": "SERIAL NUMBER",</a:t>
            </a:r>
            <a:endParaRPr lang="en-US" sz="1050"/>
          </a:p>
          <a:p>
            <a:pPr latinLnBrk="1"/>
            <a:r>
              <a:rPr lang="en-US" sz="1050"/>
              <a:t>      "kpvalue": "..."</a:t>
            </a:r>
            <a:endParaRPr lang="en-US" sz="1050"/>
          </a:p>
          <a:p>
            <a:pPr latinLnBrk="1"/>
            <a:r>
              <a:rPr lang="en-US" sz="1050"/>
              <a:t>    },</a:t>
            </a:r>
            <a:endParaRPr lang="en-US" sz="1050"/>
          </a:p>
          <a:p>
            <a:pPr latinLnBrk="1"/>
            <a:r>
              <a:rPr lang="en-US" sz="1050"/>
              <a:t>    {</a:t>
            </a:r>
            <a:endParaRPr lang="en-US" sz="1050"/>
          </a:p>
          <a:p>
            <a:pPr latinLnBrk="1"/>
            <a:r>
              <a:rPr lang="en-US" sz="1050"/>
              <a:t>      "kpname": "CARRIER CODE",</a:t>
            </a:r>
            <a:endParaRPr lang="en-US" sz="1050"/>
          </a:p>
          <a:p>
            <a:pPr latinLnBrk="1"/>
            <a:r>
              <a:rPr lang="en-US" sz="1050"/>
              <a:t>      "kpvalue": "…"</a:t>
            </a:r>
            <a:endParaRPr lang="en-US" sz="1050"/>
          </a:p>
          <a:p>
            <a:pPr latinLnBrk="1"/>
            <a:r>
              <a:rPr lang="en-US" sz="1050"/>
              <a:t>    },</a:t>
            </a:r>
            <a:endParaRPr lang="en-US" sz="1050"/>
          </a:p>
          <a:p>
            <a:pPr latinLnBrk="1"/>
            <a:r>
              <a:rPr lang="en-US" sz="1050"/>
              <a:t>    {</a:t>
            </a:r>
            <a:endParaRPr lang="en-US" sz="1050"/>
          </a:p>
          <a:p>
            <a:pPr latinLnBrk="1"/>
            <a:r>
              <a:rPr lang="en-US" sz="1050"/>
              <a:t>      "kpname": "MAX STEP",</a:t>
            </a:r>
            <a:endParaRPr lang="en-US" sz="1050"/>
          </a:p>
          <a:p>
            <a:pPr latinLnBrk="1"/>
            <a:r>
              <a:rPr lang="en-US" sz="1050"/>
              <a:t>      "kpvalue": "…"</a:t>
            </a:r>
            <a:endParaRPr lang="en-US" sz="1050"/>
          </a:p>
          <a:p>
            <a:pPr latinLnBrk="1"/>
            <a:r>
              <a:rPr lang="en-US" sz="1050"/>
              <a:t>    },</a:t>
            </a:r>
            <a:endParaRPr lang="en-US" sz="1050"/>
          </a:p>
          <a:p>
            <a:pPr latinLnBrk="1"/>
            <a:r>
              <a:rPr lang="en-US" sz="1050"/>
              <a:t>   {</a:t>
            </a:r>
            <a:endParaRPr lang="en-US" sz="1050"/>
          </a:p>
          <a:p>
            <a:pPr latinLnBrk="1"/>
            <a:r>
              <a:rPr lang="en-US" sz="1050"/>
              <a:t>      "kpname": "REAL STEP",</a:t>
            </a:r>
            <a:endParaRPr lang="en-US" sz="1050"/>
          </a:p>
          <a:p>
            <a:pPr latinLnBrk="1"/>
            <a:r>
              <a:rPr lang="en-US" sz="1050"/>
              <a:t>      "kpvalue": "…"</a:t>
            </a:r>
            <a:endParaRPr lang="en-US" sz="1050"/>
          </a:p>
          <a:p>
            <a:pPr latinLnBrk="1"/>
            <a:r>
              <a:rPr lang="en-US" sz="1050"/>
              <a:t>    },</a:t>
            </a:r>
            <a:endParaRPr lang="en-US" sz="1050"/>
          </a:p>
          <a:p>
            <a:pPr latinLnBrk="1"/>
            <a:r>
              <a:rPr lang="en-US" sz="1050"/>
              <a:t>    {</a:t>
            </a:r>
            <a:endParaRPr lang="en-US" sz="1050"/>
          </a:p>
          <a:p>
            <a:pPr latinLnBrk="1"/>
            <a:r>
              <a:rPr lang="en-US" sz="1050"/>
              <a:t>      "kpname": "CURRENT STEP",</a:t>
            </a:r>
            <a:endParaRPr lang="en-US" sz="1050"/>
          </a:p>
          <a:p>
            <a:pPr latinLnBrk="1"/>
            <a:r>
              <a:rPr lang="en-US" sz="1050"/>
              <a:t>      "kpvalue": "…"</a:t>
            </a:r>
            <a:endParaRPr lang="en-US" sz="1050"/>
          </a:p>
          <a:p>
            <a:pPr latinLnBrk="1"/>
            <a:r>
              <a:rPr lang="en-US" sz="1050"/>
              <a:t>    },</a:t>
            </a:r>
            <a:endParaRPr lang="en-US" sz="1050"/>
          </a:p>
          <a:p>
            <a:pPr latinLnBrk="1"/>
            <a:r>
              <a:rPr lang="en-US" sz="1050"/>
              <a:t>    {</a:t>
            </a:r>
            <a:endParaRPr lang="en-US" sz="1050"/>
          </a:p>
          <a:p>
            <a:pPr latinLnBrk="1"/>
            <a:r>
              <a:rPr lang="en-US" sz="1050"/>
              <a:t>      "kpname": "SCREW FAIL POSITION",</a:t>
            </a:r>
            <a:endParaRPr lang="en-US" sz="1050"/>
          </a:p>
          <a:p>
            <a:pPr latinLnBrk="1"/>
            <a:r>
              <a:rPr lang="en-US" sz="1050"/>
              <a:t>      "kpvalue": "positon_1, positon_2,…"</a:t>
            </a:r>
            <a:endParaRPr lang="en-US" sz="1050"/>
          </a:p>
          <a:p>
            <a:pPr latinLnBrk="1"/>
            <a:r>
              <a:rPr lang="en-US" sz="1050"/>
              <a:t>    },</a:t>
            </a:r>
            <a:endParaRPr lang="en-US" sz="1050"/>
          </a:p>
          <a:p>
            <a:pPr latinLnBrk="1"/>
            <a:r>
              <a:rPr lang="en-US" sz="1050"/>
              <a:t>    {</a:t>
            </a:r>
            <a:endParaRPr lang="en-US" sz="1050"/>
          </a:p>
          <a:p>
            <a:pPr latinLnBrk="1"/>
            <a:r>
              <a:rPr lang="en-US" sz="1050"/>
              <a:t>      "kpname": "IS COMPLETED",</a:t>
            </a:r>
            <a:endParaRPr lang="en-US" sz="1050"/>
          </a:p>
          <a:p>
            <a:pPr latinLnBrk="1"/>
            <a:r>
              <a:rPr lang="en-US" sz="1050"/>
              <a:t>      "kpvalue": "true/false"</a:t>
            </a:r>
            <a:endParaRPr lang="en-US" sz="1050"/>
          </a:p>
          <a:p>
            <a:pPr latinLnBrk="1"/>
            <a:r>
              <a:rPr lang="en-US" sz="1050"/>
              <a:t>    }</a:t>
            </a:r>
            <a:endParaRPr lang="en-US" sz="1050"/>
          </a:p>
          <a:p>
            <a:pPr latinLnBrk="1"/>
            <a:r>
              <a:rPr lang="en-US" sz="1050"/>
              <a:t>  ]</a:t>
            </a:r>
            <a:endParaRPr lang="en-US" sz="1050"/>
          </a:p>
          <a:p>
            <a:pPr latinLnBrk="1"/>
            <a:r>
              <a:rPr lang="en-US" sz="1050"/>
              <a:t>}</a:t>
            </a:r>
            <a:endParaRPr lang="en-US" sz="1050"/>
          </a:p>
        </p:txBody>
      </p:sp>
      <p:sp>
        <p:nvSpPr>
          <p:cNvPr id="13" name="TextBox 12"/>
          <p:cNvSpPr txBox="1"/>
          <p:nvPr/>
        </p:nvSpPr>
        <p:spPr>
          <a:xfrm>
            <a:off x="960581" y="4230255"/>
            <a:ext cx="7943273" cy="307777"/>
          </a:xfrm>
          <a:prstGeom prst="rect">
            <a:avLst/>
          </a:prstGeom>
          <a:noFill/>
        </p:spPr>
        <p:txBody>
          <a:bodyPr wrap="square" rtlCol="0">
            <a:spAutoFit/>
          </a:bodyPr>
          <a:lstStyle/>
          <a:p>
            <a:r>
              <a:rPr lang="en-US" sz="1400"/>
              <a:t>http://10.220.130.20:2222/api/ODMMachine/Automation/AutoApiCheckProgress</a:t>
            </a:r>
            <a:endParaRPr 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17"/>
          <p:cNvSpPr/>
          <p:nvPr/>
        </p:nvSpPr>
        <p:spPr>
          <a:xfrm>
            <a:off x="2510203" y="3938540"/>
            <a:ext cx="671195" cy="565150"/>
          </a:xfrm>
          <a:prstGeom prst="rect">
            <a:avLst/>
          </a:prstGeom>
          <a:noFill/>
        </p:spPr>
        <p:txBody>
          <a:bodyPr wrap="square" lIns="0" tIns="0" rIns="0" bIns="0" rtlCol="0" anchor="ctr"/>
          <a:lstStyle/>
          <a:p>
            <a:pPr marL="0" indent="0" algn="ctr">
              <a:lnSpc>
                <a:spcPct val="90000"/>
              </a:lnSpc>
              <a:buNone/>
            </a:pPr>
            <a:endParaRPr lang="en-US" sz="1100" dirty="0"/>
          </a:p>
        </p:txBody>
      </p:sp>
      <p:sp>
        <p:nvSpPr>
          <p:cNvPr id="32" name="Text 29"/>
          <p:cNvSpPr/>
          <p:nvPr/>
        </p:nvSpPr>
        <p:spPr>
          <a:xfrm>
            <a:off x="5219748" y="3938540"/>
            <a:ext cx="671195" cy="565150"/>
          </a:xfrm>
          <a:prstGeom prst="rect">
            <a:avLst/>
          </a:prstGeom>
          <a:noFill/>
        </p:spPr>
        <p:txBody>
          <a:bodyPr wrap="square" lIns="0" tIns="0" rIns="0" bIns="0" rtlCol="0" anchor="ctr"/>
          <a:lstStyle/>
          <a:p>
            <a:pPr marL="0" indent="0" algn="ctr">
              <a:lnSpc>
                <a:spcPct val="90000"/>
              </a:lnSpc>
              <a:buNone/>
            </a:pPr>
            <a:endParaRPr lang="en-US" sz="1100" dirty="0"/>
          </a:p>
        </p:txBody>
      </p:sp>
      <p:sp>
        <p:nvSpPr>
          <p:cNvPr id="34" name="Text 31"/>
          <p:cNvSpPr/>
          <p:nvPr/>
        </p:nvSpPr>
        <p:spPr>
          <a:xfrm>
            <a:off x="4332653" y="3938540"/>
            <a:ext cx="671195" cy="565150"/>
          </a:xfrm>
          <a:prstGeom prst="rect">
            <a:avLst/>
          </a:prstGeom>
          <a:noFill/>
        </p:spPr>
        <p:txBody>
          <a:bodyPr wrap="square" lIns="0" tIns="0" rIns="0" bIns="0" rtlCol="0" anchor="ctr"/>
          <a:lstStyle/>
          <a:p>
            <a:pPr marL="0" indent="0" algn="ctr">
              <a:lnSpc>
                <a:spcPct val="90000"/>
              </a:lnSpc>
              <a:buNone/>
            </a:pPr>
            <a:r>
              <a:rPr lang="en-US" sz="1100" dirty="0">
                <a:solidFill>
                  <a:srgbClr val="FFFFFF"/>
                </a:solidFill>
                <a:latin typeface="Arial" panose="020B0604020202020204" pitchFamily="34" charset="0"/>
                <a:ea typeface="Arial" panose="020B0604020202020204" pitchFamily="34" charset="-122"/>
                <a:cs typeface="Arial" panose="020B0604020202020204" pitchFamily="34" charset="-120"/>
              </a:rPr>
              <a:t>Siết vít bảng PCBA</a:t>
            </a:r>
            <a:endParaRPr lang="en-US" sz="1100" dirty="0"/>
          </a:p>
        </p:txBody>
      </p:sp>
      <p:sp>
        <p:nvSpPr>
          <p:cNvPr id="36" name="Text 33"/>
          <p:cNvSpPr/>
          <p:nvPr/>
        </p:nvSpPr>
        <p:spPr>
          <a:xfrm>
            <a:off x="6035785" y="1831438"/>
            <a:ext cx="671195" cy="565150"/>
          </a:xfrm>
          <a:prstGeom prst="rect">
            <a:avLst/>
          </a:prstGeom>
          <a:noFill/>
        </p:spPr>
        <p:txBody>
          <a:bodyPr wrap="square" lIns="0" tIns="0" rIns="0" bIns="0" rtlCol="0" anchor="ctr"/>
          <a:lstStyle/>
          <a:p>
            <a:pPr marL="0" indent="0" algn="ctr">
              <a:lnSpc>
                <a:spcPct val="90000"/>
              </a:lnSpc>
              <a:buNone/>
            </a:pPr>
            <a:endParaRPr lang="en-US" sz="1100" dirty="0"/>
          </a:p>
        </p:txBody>
      </p:sp>
      <p:sp>
        <p:nvSpPr>
          <p:cNvPr id="38" name="Text 35"/>
          <p:cNvSpPr/>
          <p:nvPr/>
        </p:nvSpPr>
        <p:spPr>
          <a:xfrm>
            <a:off x="6992668" y="3946795"/>
            <a:ext cx="671195" cy="565150"/>
          </a:xfrm>
          <a:prstGeom prst="rect">
            <a:avLst/>
          </a:prstGeom>
          <a:noFill/>
        </p:spPr>
        <p:txBody>
          <a:bodyPr wrap="square" lIns="0" tIns="0" rIns="0" bIns="0" rtlCol="0" anchor="ctr"/>
          <a:lstStyle/>
          <a:p>
            <a:pPr marL="0" indent="0" algn="ctr">
              <a:lnSpc>
                <a:spcPct val="90000"/>
              </a:lnSpc>
              <a:buNone/>
            </a:pPr>
            <a:endParaRPr lang="en-US" sz="1100" dirty="0"/>
          </a:p>
        </p:txBody>
      </p:sp>
      <p:sp>
        <p:nvSpPr>
          <p:cNvPr id="42" name="Text 39"/>
          <p:cNvSpPr/>
          <p:nvPr/>
        </p:nvSpPr>
        <p:spPr>
          <a:xfrm>
            <a:off x="8757968" y="3946795"/>
            <a:ext cx="671195" cy="565150"/>
          </a:xfrm>
          <a:prstGeom prst="rect">
            <a:avLst/>
          </a:prstGeom>
          <a:noFill/>
        </p:spPr>
        <p:txBody>
          <a:bodyPr wrap="square" lIns="0" tIns="0" rIns="0" bIns="0" rtlCol="0" anchor="ctr"/>
          <a:lstStyle/>
          <a:p>
            <a:pPr marL="0" indent="0" algn="ctr">
              <a:lnSpc>
                <a:spcPct val="90000"/>
              </a:lnSpc>
              <a:buNone/>
            </a:pPr>
            <a:r>
              <a:rPr lang="en-US" sz="1100" dirty="0">
                <a:solidFill>
                  <a:srgbClr val="FFFFFF"/>
                </a:solidFill>
                <a:latin typeface="Arial" panose="020B0604020202020204" pitchFamily="34" charset="0"/>
                <a:ea typeface="Arial" panose="020B0604020202020204" pitchFamily="34" charset="-122"/>
                <a:cs typeface="Arial" panose="020B0604020202020204" pitchFamily="34" charset="-120"/>
              </a:rPr>
              <a:t>Lắp kẹp lò xo</a:t>
            </a:r>
            <a:endParaRPr lang="en-US" sz="1100" dirty="0"/>
          </a:p>
        </p:txBody>
      </p:sp>
      <p:sp>
        <p:nvSpPr>
          <p:cNvPr id="44" name="Text 41"/>
          <p:cNvSpPr/>
          <p:nvPr/>
        </p:nvSpPr>
        <p:spPr>
          <a:xfrm>
            <a:off x="9656493" y="3946795"/>
            <a:ext cx="671195" cy="565150"/>
          </a:xfrm>
          <a:prstGeom prst="rect">
            <a:avLst/>
          </a:prstGeom>
          <a:noFill/>
        </p:spPr>
        <p:txBody>
          <a:bodyPr wrap="square" lIns="0" tIns="0" rIns="0" bIns="0" rtlCol="0" anchor="ctr"/>
          <a:lstStyle/>
          <a:p>
            <a:pPr marL="0" indent="0" algn="ctr">
              <a:lnSpc>
                <a:spcPct val="90000"/>
              </a:lnSpc>
              <a:buNone/>
            </a:pPr>
            <a:r>
              <a:rPr lang="en-US" sz="1100" dirty="0">
                <a:solidFill>
                  <a:srgbClr val="FFFFFF"/>
                </a:solidFill>
                <a:latin typeface="Arial" panose="020B0604020202020204" pitchFamily="34" charset="0"/>
                <a:ea typeface="Arial" panose="020B0604020202020204" pitchFamily="34" charset="-122"/>
                <a:cs typeface="Arial" panose="020B0604020202020204" pitchFamily="34" charset="-120"/>
              </a:rPr>
              <a:t>Kiểm tra kẹp lò xo &amp; cấp hàng thành phẩm</a:t>
            </a:r>
            <a:endParaRPr lang="en-US" sz="1100" dirty="0"/>
          </a:p>
        </p:txBody>
      </p:sp>
      <p:sp>
        <p:nvSpPr>
          <p:cNvPr id="45" name="Text 42"/>
          <p:cNvSpPr/>
          <p:nvPr/>
        </p:nvSpPr>
        <p:spPr>
          <a:xfrm>
            <a:off x="5236798" y="5840504"/>
            <a:ext cx="1413370" cy="278781"/>
          </a:xfrm>
          <a:prstGeom prst="rect">
            <a:avLst/>
          </a:prstGeom>
          <a:noFill/>
        </p:spPr>
        <p:txBody>
          <a:bodyPr wrap="square" lIns="0" tIns="0" rIns="0" bIns="0" rtlCol="0" anchor="t"/>
          <a:lstStyle/>
          <a:p>
            <a:pPr marL="0" indent="0" algn="l">
              <a:lnSpc>
                <a:spcPct val="100000"/>
              </a:lnSpc>
              <a:buNone/>
            </a:pPr>
            <a:r>
              <a:rPr lang="en-US" b="1" smtClean="0">
                <a:solidFill>
                  <a:srgbClr val="000000"/>
                </a:solidFill>
                <a:latin typeface="Times New Roman" panose="02020603050405020304" pitchFamily="34" charset="0"/>
                <a:cs typeface="Times New Roman" panose="02020603050405020304" pitchFamily="34" charset="-120"/>
              </a:rPr>
              <a:t> SWB PCBA </a:t>
            </a:r>
            <a:endParaRPr lang="en-US" sz="1800" dirty="0"/>
          </a:p>
        </p:txBody>
      </p:sp>
      <p:sp>
        <p:nvSpPr>
          <p:cNvPr id="70" name="Arrow: Right 69"/>
          <p:cNvSpPr/>
          <p:nvPr/>
        </p:nvSpPr>
        <p:spPr>
          <a:xfrm>
            <a:off x="398979" y="6090768"/>
            <a:ext cx="11721489" cy="3044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338786" y="2321931"/>
            <a:ext cx="803164"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AOI1</a:t>
            </a:r>
            <a:endParaRPr lang="en-US" dirty="0"/>
          </a:p>
        </p:txBody>
      </p:sp>
      <p:sp>
        <p:nvSpPr>
          <p:cNvPr id="11" name="Rectangle 10"/>
          <p:cNvSpPr/>
          <p:nvPr/>
        </p:nvSpPr>
        <p:spPr>
          <a:xfrm>
            <a:off x="4374099" y="2312812"/>
            <a:ext cx="776075"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FRESS_FIT</a:t>
            </a:r>
            <a:endParaRPr lang="en-US" sz="800" dirty="0"/>
          </a:p>
        </p:txBody>
      </p:sp>
      <p:sp>
        <p:nvSpPr>
          <p:cNvPr id="6" name="Down Arrow 5"/>
          <p:cNvSpPr/>
          <p:nvPr/>
        </p:nvSpPr>
        <p:spPr>
          <a:xfrm>
            <a:off x="1738510" y="2787390"/>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own Arrow 61"/>
          <p:cNvSpPr/>
          <p:nvPr/>
        </p:nvSpPr>
        <p:spPr>
          <a:xfrm>
            <a:off x="4739278" y="2815960"/>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12"/>
          <p:cNvSpPr/>
          <p:nvPr/>
        </p:nvSpPr>
        <p:spPr>
          <a:xfrm>
            <a:off x="-12476" y="11684"/>
            <a:ext cx="12204476" cy="417353"/>
          </a:xfrm>
          <a:prstGeom prst="rect">
            <a:avLst/>
          </a:prstGeom>
          <a:blipFill>
            <a:blip r:embed="rId1"/>
            <a:srcRect/>
            <a:stretch>
              <a:fillRect/>
            </a:stretch>
          </a:blipFill>
        </p:spPr>
        <p:txBody>
          <a:bodyPr wrap="square" lIns="0" tIns="0" rIns="0" bIns="0" rtlCol="0" anchor="ctr"/>
          <a:lstStyle/>
          <a:p>
            <a:r>
              <a:rPr lang="en-US" sz="2800" smtClean="0">
                <a:solidFill>
                  <a:schemeClr val="bg1"/>
                </a:solidFill>
                <a:latin typeface="Calibri" panose="020F0502020204030204" pitchFamily="34" charset="0"/>
                <a:ea typeface="Calibri" panose="020F0502020204030204" pitchFamily="34" charset="0"/>
                <a:cs typeface="Calibri" panose="020F0502020204030204" pitchFamily="34" charset="0"/>
              </a:rPr>
              <a:t>SALAMANDRA </a:t>
            </a:r>
            <a:r>
              <a:rPr lang="en-US" sz="2800" b="1" smtClean="0">
                <a:solidFill>
                  <a:schemeClr val="bg1"/>
                </a:solidFill>
                <a:latin typeface="Times New Roman" panose="02020603050405020304" pitchFamily="34" charset="0"/>
                <a:cs typeface="Times New Roman" panose="02020603050405020304" pitchFamily="34" charset="-120"/>
              </a:rPr>
              <a:t>SWB PCBA</a:t>
            </a:r>
            <a:endParaRPr lang="en-US" sz="2800" dirty="0">
              <a:solidFill>
                <a:schemeClr val="bg1"/>
              </a:solidFill>
            </a:endParaRPr>
          </a:p>
        </p:txBody>
      </p:sp>
      <p:pic>
        <p:nvPicPr>
          <p:cNvPr id="2" name="Picture 1"/>
          <p:cNvPicPr>
            <a:picLocks noChangeAspect="1"/>
          </p:cNvPicPr>
          <p:nvPr/>
        </p:nvPicPr>
        <p:blipFill>
          <a:blip r:embed="rId2"/>
          <a:stretch>
            <a:fillRect/>
          </a:stretch>
        </p:blipFill>
        <p:spPr>
          <a:xfrm>
            <a:off x="599805" y="3082935"/>
            <a:ext cx="10582275" cy="2571750"/>
          </a:xfrm>
          <a:prstGeom prst="rect">
            <a:avLst/>
          </a:prstGeom>
        </p:spPr>
      </p:pic>
      <p:sp>
        <p:nvSpPr>
          <p:cNvPr id="25" name="Rectangle 24"/>
          <p:cNvSpPr/>
          <p:nvPr/>
        </p:nvSpPr>
        <p:spPr>
          <a:xfrm>
            <a:off x="5237504" y="2312811"/>
            <a:ext cx="671195"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AOI2</a:t>
            </a:r>
            <a:endParaRPr lang="en-US" sz="1000" dirty="0"/>
          </a:p>
        </p:txBody>
      </p:sp>
      <p:sp>
        <p:nvSpPr>
          <p:cNvPr id="26" name="Down Arrow 25"/>
          <p:cNvSpPr/>
          <p:nvPr/>
        </p:nvSpPr>
        <p:spPr>
          <a:xfrm>
            <a:off x="5556059" y="2811097"/>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8207243" y="2323808"/>
            <a:ext cx="571283"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smtClean="0"/>
              <a:t>FRESS_FIT1</a:t>
            </a:r>
            <a:endParaRPr lang="en-US" sz="800" dirty="0"/>
          </a:p>
        </p:txBody>
      </p:sp>
      <p:sp>
        <p:nvSpPr>
          <p:cNvPr id="28" name="Down Arrow 27"/>
          <p:cNvSpPr/>
          <p:nvPr/>
        </p:nvSpPr>
        <p:spPr>
          <a:xfrm>
            <a:off x="7185602" y="2795698"/>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p:cNvCxnSpPr/>
          <p:nvPr/>
        </p:nvCxnSpPr>
        <p:spPr>
          <a:xfrm>
            <a:off x="6094668" y="3032653"/>
            <a:ext cx="2032469" cy="927"/>
          </a:xfrm>
          <a:prstGeom prst="line">
            <a:avLst/>
          </a:prstGeom>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853668" y="2322469"/>
            <a:ext cx="2294130"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AOI3</a:t>
            </a:r>
            <a:endParaRPr lang="en-US" dirty="0"/>
          </a:p>
        </p:txBody>
      </p:sp>
      <p:sp>
        <p:nvSpPr>
          <p:cNvPr id="33" name="Down Arrow 32"/>
          <p:cNvSpPr/>
          <p:nvPr/>
        </p:nvSpPr>
        <p:spPr>
          <a:xfrm>
            <a:off x="9955014" y="2781968"/>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2214175" y="2321690"/>
            <a:ext cx="751623"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ASSY_STIFFENR</a:t>
            </a:r>
            <a:endParaRPr lang="en-US" sz="800" dirty="0"/>
          </a:p>
        </p:txBody>
      </p:sp>
      <p:sp>
        <p:nvSpPr>
          <p:cNvPr id="37" name="Rectangle 36"/>
          <p:cNvSpPr/>
          <p:nvPr/>
        </p:nvSpPr>
        <p:spPr>
          <a:xfrm>
            <a:off x="3120452" y="2312812"/>
            <a:ext cx="1165325"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PRESS_FIT_CAGE_B</a:t>
            </a:r>
            <a:endParaRPr lang="en-US" dirty="0"/>
          </a:p>
        </p:txBody>
      </p:sp>
      <p:sp>
        <p:nvSpPr>
          <p:cNvPr id="39" name="Rectangle 38"/>
          <p:cNvSpPr/>
          <p:nvPr/>
        </p:nvSpPr>
        <p:spPr>
          <a:xfrm>
            <a:off x="6034819" y="2315314"/>
            <a:ext cx="2092318" cy="4003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PRESS_FIT_CAGE_B</a:t>
            </a:r>
            <a:endParaRPr lang="en-US" dirty="0"/>
          </a:p>
        </p:txBody>
      </p:sp>
      <p:sp>
        <p:nvSpPr>
          <p:cNvPr id="40" name="Down Arrow 39"/>
          <p:cNvSpPr/>
          <p:nvPr/>
        </p:nvSpPr>
        <p:spPr>
          <a:xfrm>
            <a:off x="2533822" y="2794189"/>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3613690" y="2789327"/>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p:cNvCxnSpPr/>
          <p:nvPr/>
        </p:nvCxnSpPr>
        <p:spPr>
          <a:xfrm>
            <a:off x="8981396" y="3025255"/>
            <a:ext cx="2032469" cy="927"/>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2900176" y="3025253"/>
            <a:ext cx="1494268" cy="1912"/>
          </a:xfrm>
          <a:prstGeom prst="line">
            <a:avLst/>
          </a:prstGeom>
        </p:spPr>
        <p:style>
          <a:lnRef idx="2">
            <a:schemeClr val="accent1"/>
          </a:lnRef>
          <a:fillRef idx="0">
            <a:schemeClr val="accent1"/>
          </a:fillRef>
          <a:effectRef idx="1">
            <a:schemeClr val="accent1"/>
          </a:effectRef>
          <a:fontRef idx="minor">
            <a:schemeClr val="tx1"/>
          </a:fontRef>
        </p:style>
      </p:cxnSp>
      <p:sp>
        <p:nvSpPr>
          <p:cNvPr id="47" name="Down Arrow 46"/>
          <p:cNvSpPr/>
          <p:nvPr/>
        </p:nvSpPr>
        <p:spPr>
          <a:xfrm>
            <a:off x="8500977" y="2788299"/>
            <a:ext cx="45719" cy="1907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dirty="0">
                <a:solidFill>
                  <a:schemeClr val="bg1"/>
                </a:solidFill>
              </a:rPr>
              <a:t>ST01: S1-1-Loading </a:t>
            </a:r>
            <a:r>
              <a:rPr lang="en-US" sz="2800" dirty="0" err="1">
                <a:solidFill>
                  <a:schemeClr val="bg1"/>
                </a:solidFill>
              </a:rPr>
              <a:t>Inspection&amp;Labelling</a:t>
            </a:r>
            <a:r>
              <a:rPr lang="en-US" sz="2800" dirty="0">
                <a:solidFill>
                  <a:schemeClr val="bg1"/>
                </a:solidFill>
              </a:rPr>
              <a:t> Machine</a:t>
            </a:r>
            <a:endParaRPr lang="en-US" sz="2800" dirty="0">
              <a:solidFill>
                <a:schemeClr val="bg1"/>
              </a:solidFill>
            </a:endParaRPr>
          </a:p>
        </p:txBody>
      </p:sp>
      <p:grpSp>
        <p:nvGrpSpPr>
          <p:cNvPr id="2" name="Group 1"/>
          <p:cNvGrpSpPr/>
          <p:nvPr/>
        </p:nvGrpSpPr>
        <p:grpSpPr>
          <a:xfrm>
            <a:off x="413649" y="462752"/>
            <a:ext cx="11364702" cy="3539430"/>
            <a:chOff x="439465" y="453608"/>
            <a:chExt cx="11364702" cy="3539430"/>
          </a:xfrm>
        </p:grpSpPr>
        <p:sp>
          <p:nvSpPr>
            <p:cNvPr id="6" name="TextBox 5"/>
            <p:cNvSpPr txBox="1"/>
            <p:nvPr/>
          </p:nvSpPr>
          <p:spPr>
            <a:xfrm>
              <a:off x="439465"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smtClean="0"/>
                <a:t>  "</a:t>
              </a:r>
              <a:r>
                <a:rPr lang="en-US" sz="1000" dirty="0" err="1" smtClean="0"/>
                <a:t>serialnumber</a:t>
              </a:r>
              <a:r>
                <a:rPr lang="en-US" sz="1000" dirty="0" smtClean="0"/>
                <a:t>": "</a:t>
              </a:r>
              <a:r>
                <a:rPr lang="en-US" sz="1000" dirty="0" smtClean="0">
                  <a:solidFill>
                    <a:srgbClr val="FF0000"/>
                  </a:solidFill>
                </a:rPr>
                <a:t>NEED SCAN</a:t>
              </a:r>
              <a:r>
                <a:rPr lang="en-US" sz="1000" dirty="0" smtClean="0"/>
                <a:t>",</a:t>
              </a:r>
              <a:endParaRPr lang="en-US" sz="1000" dirty="0" smtClean="0"/>
            </a:p>
            <a:p>
              <a:r>
                <a:rPr lang="en-US" sz="1000" dirty="0" smtClean="0"/>
                <a:t>  "</a:t>
              </a:r>
              <a:r>
                <a:rPr lang="en-US" sz="1000" dirty="0" err="1" smtClean="0"/>
                <a:t>kps</a:t>
              </a:r>
              <a:r>
                <a:rPr lang="en-US" sz="1000" dirty="0" smtClean="0"/>
                <a:t>": [</a:t>
              </a:r>
              <a:endParaRPr lang="en-US" sz="1000" dirty="0" smtClean="0"/>
            </a:p>
            <a:p>
              <a:r>
                <a:rPr lang="en-US" sz="1000" smtClean="0"/>
                <a:t>    {</a:t>
              </a:r>
              <a:endParaRPr lang="en-US" sz="1000" smtClean="0"/>
            </a:p>
            <a:p>
              <a:r>
                <a:rPr lang="en-US" sz="1000" smtClean="0"/>
                <a:t>    }</a:t>
              </a:r>
              <a:endParaRPr lang="en-US" sz="1000" smtClean="0"/>
            </a:p>
            <a:p>
              <a:r>
                <a:rPr lang="en-US" sz="1000" smtClean="0"/>
                <a:t>],</a:t>
              </a:r>
              <a:endParaRPr lang="en-US" sz="1000" dirty="0" smtClean="0"/>
            </a:p>
            <a:p>
              <a:r>
                <a:rPr lang="en-US" sz="1000" dirty="0" smtClean="0"/>
                <a:t>  "step": "</a:t>
              </a:r>
              <a:r>
                <a:rPr lang="en-US" sz="1000" dirty="0" smtClean="0">
                  <a:solidFill>
                    <a:srgbClr val="FF0000"/>
                  </a:solidFill>
                </a:rPr>
                <a:t>STEP01</a:t>
              </a:r>
              <a:r>
                <a:rPr lang="en-US" sz="1000" dirty="0" smtClean="0"/>
                <a:t>",</a:t>
              </a:r>
              <a:endParaRPr lang="en-US" sz="1000" dirty="0" smtClean="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a:t>
              </a:r>
              <a:r>
                <a:rPr lang="en-US" sz="1000" dirty="0" smtClean="0"/>
                <a:t>"AOI1",</a:t>
              </a:r>
              <a:endParaRPr lang="en-US" sz="1000" dirty="0"/>
            </a:p>
            <a:p>
              <a:r>
                <a:rPr lang="en-US" sz="1000" dirty="0"/>
                <a:t>  "username":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5394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smtClean="0">
                  <a:solidFill>
                    <a:srgbClr val="FF0000"/>
                  </a:solidFill>
                </a:rPr>
                <a:t>NEED </a:t>
              </a:r>
              <a:r>
                <a:rPr lang="en-US" sz="1000" dirty="0">
                  <a:solidFill>
                    <a:srgbClr val="FF0000"/>
                  </a:solidFill>
                </a:rPr>
                <a:t>SCAN</a:t>
              </a:r>
              <a:r>
                <a:rPr lang="en-US" sz="1000" dirty="0"/>
                <a:t>",</a:t>
              </a:r>
              <a:endParaRPr lang="en-US" sz="1000" dirty="0"/>
            </a:p>
            <a:p>
              <a:r>
                <a:rPr lang="en-US" sz="1000" dirty="0"/>
                <a:t>  "</a:t>
              </a:r>
              <a:r>
                <a:rPr lang="en-US" sz="1000" dirty="0" err="1"/>
                <a:t>serialnumber</a:t>
              </a:r>
              <a:r>
                <a:rPr lang="en-US" sz="1000" dirty="0"/>
                <a:t>": </a:t>
              </a:r>
              <a:r>
                <a:rPr lang="en-US" sz="1000" dirty="0" smtClean="0"/>
                <a:t>"</a:t>
              </a:r>
              <a:r>
                <a:rPr lang="en-US" sz="1000" dirty="0" smtClean="0">
                  <a:solidFill>
                    <a:srgbClr val="FF0000"/>
                  </a:solidFill>
                </a:rPr>
                <a:t>NEED SCAN</a:t>
              </a:r>
              <a:r>
                <a:rPr lang="en-US" sz="1000" dirty="0" smtClean="0"/>
                <a:t>",</a:t>
              </a:r>
              <a:endParaRPr lang="en-US" sz="1000" dirty="0"/>
            </a:p>
            <a:p>
              <a:r>
                <a:rPr lang="en-US" sz="1000" dirty="0"/>
                <a:t>  "</a:t>
              </a:r>
              <a:r>
                <a:rPr lang="en-US" sz="1000" dirty="0" err="1"/>
                <a:t>kps</a:t>
              </a:r>
              <a:r>
                <a:rPr lang="en-US" sz="1000" dirty="0"/>
                <a:t>": [</a:t>
              </a:r>
              <a:endParaRPr lang="en-US" sz="1000" dirty="0"/>
            </a:p>
            <a:p>
              <a:r>
                <a:rPr lang="en-US" sz="1000" dirty="0" smtClean="0"/>
                <a:t>    {</a:t>
              </a:r>
              <a:endParaRPr lang="en-US" sz="1000" dirty="0"/>
            </a:p>
            <a:p>
              <a:r>
                <a:rPr lang="en-US" sz="1000" smtClean="0"/>
                <a:t>    }</a:t>
              </a:r>
              <a:endParaRPr lang="en-US" sz="1000" dirty="0" smtClean="0"/>
            </a:p>
            <a:p>
              <a:r>
                <a:rPr lang="en-US" sz="1000" dirty="0" smtClean="0"/>
                <a:t>],</a:t>
              </a:r>
              <a:endParaRPr lang="en-US" sz="1000" dirty="0"/>
            </a:p>
            <a:p>
              <a:r>
                <a:rPr lang="en-US" sz="1000" dirty="0"/>
                <a:t>  "step": "</a:t>
              </a:r>
              <a:r>
                <a:rPr lang="en-US" sz="1000" dirty="0">
                  <a:solidFill>
                    <a:srgbClr val="FF0000"/>
                  </a:solidFill>
                </a:rPr>
                <a:t>STEP01</a:t>
              </a:r>
              <a:r>
                <a:rPr lang="en-US" sz="1000" dirty="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a:t>
              </a:r>
              <a:r>
                <a:rPr lang="en-US" sz="1000" dirty="0" smtClean="0"/>
                <a:t>"AOI1",</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r>
                <a:rPr lang="en-US" sz="1000" dirty="0" smtClean="0"/>
                <a:t>"</a:t>
              </a:r>
              <a:r>
                <a:rPr lang="en-US" sz="1000" dirty="0" smtClean="0">
                  <a:solidFill>
                    <a:srgbClr val="FF0000"/>
                  </a:solidFill>
                </a:rPr>
                <a:t>NEED</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a:solidFill>
                    <a:srgbClr val="FF0000"/>
                  </a:solidFill>
                </a:rPr>
                <a:t>STEP01</a:t>
              </a:r>
              <a:r>
                <a:rPr lang="en-US" sz="1000" dirty="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smtClean="0">
                  <a:solidFill>
                    <a:schemeClr val="tx1"/>
                  </a:solidFill>
                </a:rPr>
                <a:t>"</a:t>
              </a:r>
              <a:r>
                <a:rPr lang="en-US" sz="1000" dirty="0"/>
                <a:t>AOI1"</a:t>
              </a:r>
              <a:r>
                <a:rPr lang="en-US" sz="1000" dirty="0" smtClean="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smtClean="0">
                <a:solidFill>
                  <a:srgbClr val="00B050"/>
                </a:solidFill>
              </a:rPr>
              <a:t>UPLOADDATA</a:t>
            </a:r>
            <a:endParaRPr lang="en-US" sz="2400" smtClean="0">
              <a:solidFill>
                <a:srgbClr val="00B050"/>
              </a:solidFill>
            </a:endParaRPr>
          </a:p>
          <a:p>
            <a:r>
              <a:rPr lang="en-US" sz="1000" smtClean="0">
                <a:solidFill>
                  <a:schemeClr val="tx1"/>
                </a:solidFill>
              </a:rPr>
              <a:t>{</a:t>
            </a:r>
            <a:endParaRPr lang="en-US" sz="1000" smtClean="0">
              <a:solidFill>
                <a:schemeClr val="tx1"/>
              </a:solidFill>
            </a:endParaRPr>
          </a:p>
          <a:p>
            <a:r>
              <a:rPr lang="en-US" sz="1000" smtClean="0">
                <a:solidFill>
                  <a:schemeClr val="tx1"/>
                </a:solidFill>
              </a:rPr>
              <a:t>  "data_type": “</a:t>
            </a:r>
            <a:r>
              <a:rPr lang="en-US" sz="1000" smtClean="0">
                <a:solidFill>
                  <a:srgbClr val="FF0000"/>
                </a:solidFill>
              </a:rPr>
              <a:t>UPLOADDATA</a:t>
            </a:r>
            <a:r>
              <a:rPr lang="en-US" sz="1000" smtClean="0">
                <a:solidFill>
                  <a:schemeClr val="tx1"/>
                </a:solidFill>
              </a:rPr>
              <a:t>", </a:t>
            </a:r>
            <a:endParaRPr lang="en-US" sz="1000" smtClean="0">
              <a:solidFill>
                <a:schemeClr val="tx1"/>
              </a:solidFill>
            </a:endParaRPr>
          </a:p>
          <a:p>
            <a:r>
              <a:rPr lang="en-US" sz="1000" smtClean="0">
                <a:solidFill>
                  <a:schemeClr val="tx1"/>
                </a:solidFill>
              </a:rPr>
              <a:t>  "carriercode": "</a:t>
            </a:r>
            <a:r>
              <a:rPr lang="en-US" sz="1000" smtClean="0">
                <a:solidFill>
                  <a:srgbClr val="FF0000"/>
                </a:solidFill>
              </a:rPr>
              <a:t>NEED SCAN</a:t>
            </a:r>
            <a:r>
              <a:rPr lang="en-US" sz="1000" smtClean="0">
                <a:solidFill>
                  <a:schemeClr val="tx1"/>
                </a:solidFill>
              </a:rPr>
              <a:t>",</a:t>
            </a:r>
            <a:endParaRPr lang="en-US" sz="1000" smtClean="0">
              <a:solidFill>
                <a:schemeClr val="tx1"/>
              </a:solidFill>
            </a:endParaRPr>
          </a:p>
          <a:p>
            <a:r>
              <a:rPr lang="en-US" sz="1000" smtClean="0">
                <a:solidFill>
                  <a:schemeClr val="tx1"/>
                </a:solidFill>
              </a:rPr>
              <a:t>  "serialnumber": "</a:t>
            </a:r>
            <a:r>
              <a:rPr lang="en-US" sz="1000" smtClean="0">
                <a:solidFill>
                  <a:srgbClr val="FF0000"/>
                </a:solidFill>
              </a:rPr>
              <a:t>NEED SCAN</a:t>
            </a:r>
            <a:r>
              <a:rPr lang="en-US" sz="1000" smtClean="0">
                <a:solidFill>
                  <a:schemeClr val="tx1"/>
                </a:solidFill>
              </a:rPr>
              <a:t>",</a:t>
            </a:r>
            <a:endParaRPr lang="en-US" sz="1000" smtClean="0">
              <a:solidFill>
                <a:schemeClr val="tx1"/>
              </a:solidFill>
            </a:endParaRPr>
          </a:p>
          <a:p>
            <a:r>
              <a:rPr lang="en-US" sz="1000" smtClean="0">
                <a:solidFill>
                  <a:schemeClr val="tx1"/>
                </a:solidFill>
              </a:rPr>
              <a:t>  "step": "</a:t>
            </a:r>
            <a:r>
              <a:rPr lang="en-US" sz="1000" smtClean="0">
                <a:solidFill>
                  <a:srgbClr val="FF0000"/>
                </a:solidFill>
              </a:rPr>
              <a:t>STEP01</a:t>
            </a:r>
            <a:r>
              <a:rPr lang="en-US" sz="1000" smtClean="0">
                <a:solidFill>
                  <a:schemeClr val="tx1"/>
                </a:solidFill>
              </a:rPr>
              <a:t>",</a:t>
            </a:r>
            <a:endParaRPr lang="en-US" sz="1000" smtClean="0">
              <a:solidFill>
                <a:schemeClr val="tx1"/>
              </a:solidFill>
            </a:endParaRPr>
          </a:p>
          <a:p>
            <a:r>
              <a:rPr lang="en-US" sz="1000" smtClean="0"/>
              <a:t>  "</a:t>
            </a:r>
            <a:r>
              <a:rPr lang="en-US" sz="1000"/>
              <a:t>result": "</a:t>
            </a:r>
            <a:r>
              <a:rPr lang="en-US" sz="1000">
                <a:solidFill>
                  <a:srgbClr val="FF0000"/>
                </a:solidFill>
              </a:rPr>
              <a:t>PASS </a:t>
            </a:r>
            <a:r>
              <a:rPr lang="en-US" sz="1000">
                <a:solidFill>
                  <a:schemeClr val="tx1"/>
                </a:solidFill>
              </a:rPr>
              <a:t>/</a:t>
            </a:r>
            <a:r>
              <a:rPr lang="en-US" sz="1000">
                <a:solidFill>
                  <a:srgbClr val="FF0000"/>
                </a:solidFill>
              </a:rPr>
              <a:t> FAIL</a:t>
            </a:r>
            <a:r>
              <a:rPr lang="en-US" sz="1000" smtClean="0"/>
              <a:t>",</a:t>
            </a:r>
            <a:endParaRPr lang="en-US" sz="1000" smtClean="0"/>
          </a:p>
          <a:p>
            <a:r>
              <a:rPr lang="en-US" sz="1000" smtClean="0"/>
              <a:t>  "</a:t>
            </a:r>
            <a:r>
              <a:rPr lang="en-US" sz="1000"/>
              <a:t>cycletime": 0</a:t>
            </a:r>
            <a:r>
              <a:rPr lang="en-US" sz="1000" smtClean="0"/>
              <a:t>,</a:t>
            </a:r>
            <a:endParaRPr lang="en-US" sz="1000" smtClean="0">
              <a:solidFill>
                <a:schemeClr val="tx1"/>
              </a:solidFill>
            </a:endParaRPr>
          </a:p>
          <a:p>
            <a:r>
              <a:rPr lang="en-US" sz="1000" smtClean="0">
                <a:solidFill>
                  <a:schemeClr val="tx1"/>
                </a:solidFill>
              </a:rPr>
              <a:t>  "groupname": "</a:t>
            </a:r>
            <a:r>
              <a:rPr lang="en-US" sz="1000" smtClean="0"/>
              <a:t>AOI1"</a:t>
            </a:r>
            <a:r>
              <a:rPr lang="en-US" sz="1000" smtClean="0">
                <a:solidFill>
                  <a:schemeClr val="tx1"/>
                </a:solidFill>
              </a:rPr>
              <a:t>,</a:t>
            </a:r>
            <a:endParaRPr lang="en-US" sz="1000" smtClean="0">
              <a:solidFill>
                <a:schemeClr val="tx1"/>
              </a:solidFill>
            </a:endParaRPr>
          </a:p>
          <a:p>
            <a:r>
              <a:rPr lang="en-US" sz="1000" smtClean="0">
                <a:solidFill>
                  <a:schemeClr val="tx1"/>
                </a:solidFill>
              </a:rPr>
              <a:t>  "stationip": "</a:t>
            </a:r>
            <a:r>
              <a:rPr lang="en-US" sz="1000" smtClean="0">
                <a:solidFill>
                  <a:srgbClr val="FF0000"/>
                </a:solidFill>
              </a:rPr>
              <a:t>{MACHINE IP ADDRESS}</a:t>
            </a:r>
            <a:r>
              <a:rPr lang="en-US" sz="1000" smtClean="0">
                <a:solidFill>
                  <a:schemeClr val="tx1"/>
                </a:solidFill>
              </a:rPr>
              <a:t>“,</a:t>
            </a:r>
            <a:endParaRPr lang="en-US" sz="1000" smtClean="0">
              <a:solidFill>
                <a:schemeClr val="tx1"/>
              </a:solidFill>
            </a:endParaRPr>
          </a:p>
          <a:p>
            <a:r>
              <a:rPr lang="en-US" sz="1000" smtClean="0"/>
              <a:t>  "</a:t>
            </a:r>
            <a:r>
              <a:rPr lang="en-US" sz="1000"/>
              <a:t>aoidata": "</a:t>
            </a:r>
            <a:r>
              <a:rPr lang="en-US" sz="1000">
                <a:solidFill>
                  <a:srgbClr val="FF0000"/>
                </a:solidFill>
              </a:rPr>
              <a:t>NEED</a:t>
            </a:r>
            <a:r>
              <a:rPr lang="en-US" sz="1000"/>
              <a:t>",</a:t>
            </a:r>
            <a:endParaRPr lang="en-US" sz="1000"/>
          </a:p>
          <a:p>
            <a:r>
              <a:rPr lang="en-US" sz="1000"/>
              <a:t>  "screwdata": </a:t>
            </a:r>
            <a:r>
              <a:rPr lang="en-US" sz="1000" smtClean="0"/>
              <a:t>""</a:t>
            </a:r>
            <a:endParaRPr lang="en-US" sz="1000" smtClean="0">
              <a:solidFill>
                <a:schemeClr val="tx1"/>
              </a:solidFill>
            </a:endParaRPr>
          </a:p>
          <a:p>
            <a:r>
              <a:rPr lang="en-US" sz="1000" smtClean="0">
                <a:solidFill>
                  <a:schemeClr val="tx1"/>
                </a:solidFill>
              </a:rPr>
              <a:t>}</a:t>
            </a:r>
            <a:endParaRPr lang="en-US" sz="10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dirty="0">
                <a:solidFill>
                  <a:schemeClr val="bg1"/>
                </a:solidFill>
              </a:rPr>
              <a:t>ST02: S1-2-Stiffener Install Machine</a:t>
            </a:r>
            <a:endParaRPr lang="en-US" sz="2800" dirty="0">
              <a:solidFill>
                <a:schemeClr val="bg1"/>
              </a:solidFill>
            </a:endParaRPr>
          </a:p>
        </p:txBody>
      </p:sp>
      <p:grpSp>
        <p:nvGrpSpPr>
          <p:cNvPr id="2" name="Group 1"/>
          <p:cNvGrpSpPr/>
          <p:nvPr/>
        </p:nvGrpSpPr>
        <p:grpSpPr>
          <a:xfrm>
            <a:off x="413649" y="462752"/>
            <a:ext cx="11364702" cy="3693319"/>
            <a:chOff x="439465" y="453608"/>
            <a:chExt cx="11364702" cy="3693319"/>
          </a:xfrm>
        </p:grpSpPr>
        <p:sp>
          <p:nvSpPr>
            <p:cNvPr id="6" name="TextBox 5"/>
            <p:cNvSpPr txBox="1"/>
            <p:nvPr/>
          </p:nvSpPr>
          <p:spPr>
            <a:xfrm>
              <a:off x="439465" y="453608"/>
              <a:ext cx="3710688" cy="289310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a:t>": </a:t>
              </a:r>
              <a:r>
                <a:rPr lang="en-US" sz="1000" smtClean="0"/>
                <a:t>"",</a:t>
              </a:r>
              <a:endParaRPr lang="en-US" sz="1000" dirty="0"/>
            </a:p>
            <a:p>
              <a:r>
                <a:rPr lang="en-US" sz="1000" dirty="0"/>
                <a:t>  "</a:t>
              </a:r>
              <a:r>
                <a:rPr lang="en-US" sz="1000" dirty="0" err="1"/>
                <a:t>kps</a:t>
              </a:r>
              <a:r>
                <a:rPr lang="en-US" sz="1000" dirty="0"/>
                <a:t>": [</a:t>
              </a:r>
              <a:endParaRPr lang="en-US" sz="1000" dirty="0"/>
            </a:p>
            <a:p>
              <a:r>
                <a:rPr lang="en-US" sz="1000"/>
                <a:t>    </a:t>
              </a:r>
              <a:r>
                <a:rPr lang="en-US" sz="1000" smtClean="0"/>
                <a:t>{</a:t>
              </a:r>
              <a:endParaRPr lang="en-US" sz="1000" smtClean="0"/>
            </a:p>
            <a:p>
              <a:endParaRPr lang="en-US" sz="1000" dirty="0"/>
            </a:p>
            <a:p>
              <a:r>
                <a:rPr lang="en-US" sz="1000" smtClean="0"/>
                <a:t>    }</a:t>
              </a:r>
              <a:endParaRPr lang="en-US" sz="1000" dirty="0"/>
            </a:p>
            <a:p>
              <a:r>
                <a:rPr lang="en-US" sz="1000" smtClean="0"/>
                <a:t>],</a:t>
              </a:r>
              <a:endParaRPr lang="en-US" sz="1000" dirty="0"/>
            </a:p>
            <a:p>
              <a:r>
                <a:rPr lang="en-US" sz="1000" dirty="0"/>
                <a:t>  "step": "</a:t>
              </a:r>
              <a:r>
                <a:rPr lang="en-US" sz="1000" dirty="0">
                  <a:solidFill>
                    <a:srgbClr val="FF0000"/>
                  </a:solidFill>
                </a:rPr>
                <a:t>STEP02</a:t>
              </a:r>
              <a:r>
                <a:rPr lang="en-US" sz="1000" dirty="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a:t>": </a:t>
              </a:r>
              <a:r>
                <a:rPr lang="en-US" sz="1000" smtClean="0"/>
                <a:t>“ASSY_STIFFENER",</a:t>
              </a:r>
              <a:endParaRPr lang="en-US" sz="1000" dirty="0"/>
            </a:p>
            <a:p>
              <a:r>
                <a:rPr lang="en-US" sz="1000" dirty="0"/>
                <a:t>  "username":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6933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a:t>": </a:t>
              </a:r>
              <a:r>
                <a:rPr lang="en-US" sz="1000" smtClean="0"/>
                <a:t>"",</a:t>
              </a:r>
              <a:endParaRPr lang="en-US" sz="1000" dirty="0"/>
            </a:p>
            <a:p>
              <a:r>
                <a:rPr lang="en-US" sz="1000" dirty="0"/>
                <a:t>  "</a:t>
              </a:r>
              <a:r>
                <a:rPr lang="en-US" sz="1000" dirty="0" err="1"/>
                <a:t>kps</a:t>
              </a:r>
              <a:r>
                <a:rPr lang="en-US" sz="1000" dirty="0"/>
                <a:t>": [</a:t>
              </a:r>
              <a:endParaRPr lang="en-US" sz="1000" dirty="0"/>
            </a:p>
            <a:p>
              <a:r>
                <a:rPr lang="en-US" sz="1000"/>
                <a:t>    </a:t>
              </a:r>
              <a:r>
                <a:rPr lang="en-US" sz="1000" smtClean="0"/>
                <a:t>{</a:t>
              </a:r>
              <a:endParaRPr lang="en-US" sz="1000" smtClean="0"/>
            </a:p>
            <a:p>
              <a:endParaRPr lang="en-US" sz="1000" dirty="0"/>
            </a:p>
            <a:p>
              <a:r>
                <a:rPr lang="en-US" sz="1000"/>
                <a:t>    </a:t>
              </a:r>
              <a:r>
                <a:rPr lang="en-US" sz="1000" smtClean="0"/>
                <a:t>}</a:t>
              </a:r>
              <a:endParaRPr lang="en-US" sz="1000" dirty="0"/>
            </a:p>
            <a:p>
              <a:r>
                <a:rPr lang="en-US" sz="1000" smtClean="0"/>
                <a:t>],</a:t>
              </a:r>
              <a:endParaRPr lang="en-US" sz="1000" dirty="0"/>
            </a:p>
            <a:p>
              <a:r>
                <a:rPr lang="en-US" sz="1000" dirty="0"/>
                <a:t>  "step": "</a:t>
              </a:r>
              <a:r>
                <a:rPr lang="en-US" sz="1000" dirty="0">
                  <a:solidFill>
                    <a:srgbClr val="FF0000"/>
                  </a:solidFill>
                </a:rPr>
                <a:t>STEP02</a:t>
              </a:r>
              <a:r>
                <a:rPr lang="en-US" sz="1000" dirty="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a:t>": </a:t>
              </a:r>
              <a:r>
                <a:rPr lang="en-US" sz="1000" smtClean="0"/>
                <a:t>"ASSY_STIFFENER",</a:t>
              </a:r>
              <a:endParaRPr lang="en-US" sz="1000" dirty="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r>
                <a:rPr lang="en-US" sz="1000" dirty="0" smtClean="0">
                  <a:solidFill>
                    <a:srgbClr val="FF0000"/>
                  </a:solidFill>
                </a:rPr>
                <a:t>NEED</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a:solidFill>
                    <a:srgbClr val="FF0000"/>
                  </a:solidFill>
                </a:rPr>
                <a:t>STEP02</a:t>
              </a:r>
              <a:r>
                <a:rPr lang="en-US" sz="1000" dirty="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a:solidFill>
                    <a:schemeClr val="tx1"/>
                  </a:solidFill>
                </a:rPr>
                <a:t>": </a:t>
              </a:r>
              <a:r>
                <a:rPr lang="en-US" sz="1000" smtClean="0"/>
                <a:t>"ASSY_STIFFENER",</a:t>
              </a:r>
              <a:endParaRPr lang="en-US" sz="1000" dirty="0">
                <a:solidFill>
                  <a:schemeClr val="tx1"/>
                </a:solidFill>
              </a:endParaRPr>
            </a:p>
            <a:p>
              <a:r>
                <a:rPr lang="en-US" sz="1000" dirty="0">
                  <a:solidFill>
                    <a:schemeClr val="tx1"/>
                  </a:solidFill>
                </a:rPr>
                <a:t>  "</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smtClean="0">
                <a:solidFill>
                  <a:srgbClr val="00B050"/>
                </a:solidFill>
              </a:rPr>
              <a:t>UPLOADDATA</a:t>
            </a:r>
            <a:endParaRPr lang="en-US" sz="2400" smtClean="0">
              <a:solidFill>
                <a:srgbClr val="00B050"/>
              </a:solidFill>
            </a:endParaRPr>
          </a:p>
          <a:p>
            <a:r>
              <a:rPr lang="en-US" sz="1000" smtClean="0">
                <a:solidFill>
                  <a:schemeClr val="tx1"/>
                </a:solidFill>
              </a:rPr>
              <a:t>{</a:t>
            </a:r>
            <a:endParaRPr lang="en-US" sz="1000" smtClean="0">
              <a:solidFill>
                <a:schemeClr val="tx1"/>
              </a:solidFill>
            </a:endParaRPr>
          </a:p>
          <a:p>
            <a:r>
              <a:rPr lang="en-US" sz="1000" smtClean="0">
                <a:solidFill>
                  <a:schemeClr val="tx1"/>
                </a:solidFill>
              </a:rPr>
              <a:t>  "data_type": “</a:t>
            </a:r>
            <a:r>
              <a:rPr lang="en-US" sz="1000" smtClean="0">
                <a:solidFill>
                  <a:srgbClr val="FF0000"/>
                </a:solidFill>
              </a:rPr>
              <a:t>UPLOADDATA</a:t>
            </a:r>
            <a:r>
              <a:rPr lang="en-US" sz="1000" smtClean="0">
                <a:solidFill>
                  <a:schemeClr val="tx1"/>
                </a:solidFill>
              </a:rPr>
              <a:t>", </a:t>
            </a:r>
            <a:endParaRPr lang="en-US" sz="1000" smtClean="0">
              <a:solidFill>
                <a:schemeClr val="tx1"/>
              </a:solidFill>
            </a:endParaRPr>
          </a:p>
          <a:p>
            <a:r>
              <a:rPr lang="en-US" sz="1000" smtClean="0">
                <a:solidFill>
                  <a:schemeClr val="tx1"/>
                </a:solidFill>
              </a:rPr>
              <a:t>  "carriercode": "</a:t>
            </a:r>
            <a:r>
              <a:rPr lang="en-US" sz="1000" smtClean="0">
                <a:solidFill>
                  <a:srgbClr val="FF0000"/>
                </a:solidFill>
              </a:rPr>
              <a:t>NEED SCAN</a:t>
            </a:r>
            <a:r>
              <a:rPr lang="en-US" sz="1000" smtClean="0">
                <a:solidFill>
                  <a:schemeClr val="tx1"/>
                </a:solidFill>
              </a:rPr>
              <a:t>",</a:t>
            </a:r>
            <a:endParaRPr lang="en-US" sz="1000" smtClean="0">
              <a:solidFill>
                <a:schemeClr val="tx1"/>
              </a:solidFill>
            </a:endParaRPr>
          </a:p>
          <a:p>
            <a:r>
              <a:rPr lang="en-US" sz="1000" smtClean="0">
                <a:solidFill>
                  <a:schemeClr val="tx1"/>
                </a:solidFill>
              </a:rPr>
              <a:t>  "serialnumber": "",</a:t>
            </a:r>
            <a:endParaRPr lang="en-US" sz="1000" smtClean="0">
              <a:solidFill>
                <a:schemeClr val="tx1"/>
              </a:solidFill>
            </a:endParaRPr>
          </a:p>
          <a:p>
            <a:r>
              <a:rPr lang="en-US" sz="1000" smtClean="0">
                <a:solidFill>
                  <a:schemeClr val="tx1"/>
                </a:solidFill>
              </a:rPr>
              <a:t>  "step": "</a:t>
            </a:r>
            <a:r>
              <a:rPr lang="en-US" sz="1000" smtClean="0">
                <a:solidFill>
                  <a:srgbClr val="FF0000"/>
                </a:solidFill>
              </a:rPr>
              <a:t>STEP02</a:t>
            </a:r>
            <a:r>
              <a:rPr lang="en-US" sz="1000" smtClean="0">
                <a:solidFill>
                  <a:schemeClr val="tx1"/>
                </a:solidFill>
              </a:rPr>
              <a:t>",</a:t>
            </a:r>
            <a:endParaRPr lang="en-US" sz="1000" smtClean="0">
              <a:solidFill>
                <a:schemeClr val="tx1"/>
              </a:solidFill>
            </a:endParaRPr>
          </a:p>
          <a:p>
            <a:r>
              <a:rPr lang="en-US" sz="1000" smtClean="0"/>
              <a:t>  "</a:t>
            </a:r>
            <a:r>
              <a:rPr lang="en-US" sz="1000"/>
              <a:t>result": "</a:t>
            </a:r>
            <a:r>
              <a:rPr lang="en-US" sz="1000">
                <a:solidFill>
                  <a:srgbClr val="FF0000"/>
                </a:solidFill>
              </a:rPr>
              <a:t>PASS </a:t>
            </a:r>
            <a:r>
              <a:rPr lang="en-US" sz="1000">
                <a:solidFill>
                  <a:schemeClr val="tx1"/>
                </a:solidFill>
              </a:rPr>
              <a:t>/</a:t>
            </a:r>
            <a:r>
              <a:rPr lang="en-US" sz="1000">
                <a:solidFill>
                  <a:srgbClr val="FF0000"/>
                </a:solidFill>
              </a:rPr>
              <a:t> FAIL</a:t>
            </a:r>
            <a:r>
              <a:rPr lang="en-US" sz="1000" smtClean="0"/>
              <a:t>",</a:t>
            </a:r>
            <a:endParaRPr lang="en-US" sz="1000" smtClean="0"/>
          </a:p>
          <a:p>
            <a:r>
              <a:rPr lang="en-US" sz="1000" smtClean="0"/>
              <a:t>  "</a:t>
            </a:r>
            <a:r>
              <a:rPr lang="en-US" sz="1000"/>
              <a:t>cycletime": 0</a:t>
            </a:r>
            <a:r>
              <a:rPr lang="en-US" sz="1000" smtClean="0"/>
              <a:t>,</a:t>
            </a:r>
            <a:endParaRPr lang="en-US" sz="1000" smtClean="0">
              <a:solidFill>
                <a:schemeClr val="tx1"/>
              </a:solidFill>
            </a:endParaRPr>
          </a:p>
          <a:p>
            <a:r>
              <a:rPr lang="en-US" sz="1000" smtClean="0">
                <a:solidFill>
                  <a:schemeClr val="tx1"/>
                </a:solidFill>
              </a:rPr>
              <a:t>  "groupname": </a:t>
            </a:r>
            <a:r>
              <a:rPr lang="en-US" sz="1000"/>
              <a:t>"ASSY_STIFFENER",</a:t>
            </a:r>
            <a:endParaRPr lang="en-US" sz="1000" smtClean="0">
              <a:solidFill>
                <a:schemeClr val="tx1"/>
              </a:solidFill>
            </a:endParaRPr>
          </a:p>
          <a:p>
            <a:r>
              <a:rPr lang="en-US" sz="1000" smtClean="0">
                <a:solidFill>
                  <a:schemeClr val="tx1"/>
                </a:solidFill>
              </a:rPr>
              <a:t>  "stationip": "</a:t>
            </a:r>
            <a:r>
              <a:rPr lang="en-US" sz="1000" smtClean="0">
                <a:solidFill>
                  <a:srgbClr val="FF0000"/>
                </a:solidFill>
              </a:rPr>
              <a:t>{MACHINE IP ADDRESS}</a:t>
            </a:r>
            <a:r>
              <a:rPr lang="en-US" sz="1000" smtClean="0">
                <a:solidFill>
                  <a:schemeClr val="tx1"/>
                </a:solidFill>
              </a:rPr>
              <a:t>“,</a:t>
            </a:r>
            <a:endParaRPr lang="en-US" sz="1000" smtClean="0">
              <a:solidFill>
                <a:schemeClr val="tx1"/>
              </a:solidFill>
            </a:endParaRPr>
          </a:p>
          <a:p>
            <a:r>
              <a:rPr lang="en-US" sz="1000" smtClean="0"/>
              <a:t>  "</a:t>
            </a:r>
            <a:r>
              <a:rPr lang="en-US" sz="1000"/>
              <a:t>aoidata": </a:t>
            </a:r>
            <a:r>
              <a:rPr lang="en-US" sz="1000" smtClean="0"/>
              <a:t>"",</a:t>
            </a:r>
            <a:endParaRPr lang="en-US" sz="1000"/>
          </a:p>
          <a:p>
            <a:r>
              <a:rPr lang="en-US" sz="1000"/>
              <a:t>  "screwdata": </a:t>
            </a:r>
            <a:r>
              <a:rPr lang="en-US" sz="1000" smtClean="0"/>
              <a:t>"</a:t>
            </a:r>
            <a:r>
              <a:rPr lang="en-US" sz="1000" smtClean="0">
                <a:solidFill>
                  <a:srgbClr val="FF0000"/>
                </a:solidFill>
              </a:rPr>
              <a:t>NEED</a:t>
            </a:r>
            <a:r>
              <a:rPr lang="en-US" sz="1000" smtClean="0"/>
              <a:t>"</a:t>
            </a:r>
            <a:endParaRPr lang="en-US" sz="1000" smtClean="0">
              <a:solidFill>
                <a:schemeClr val="tx1"/>
              </a:solidFill>
            </a:endParaRPr>
          </a:p>
          <a:p>
            <a:r>
              <a:rPr lang="en-US" sz="1000" smtClean="0">
                <a:solidFill>
                  <a:schemeClr val="tx1"/>
                </a:solidFill>
              </a:rPr>
              <a:t>}</a:t>
            </a:r>
            <a:endParaRPr lang="en-US" sz="100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dirty="0">
                <a:solidFill>
                  <a:schemeClr val="bg1"/>
                </a:solidFill>
              </a:rPr>
              <a:t>ST03: S1-3-1-OSFP Cage Assembly Machine</a:t>
            </a:r>
            <a:endParaRPr lang="en-US" sz="2800" dirty="0">
              <a:solidFill>
                <a:schemeClr val="bg1"/>
              </a:solidFill>
            </a:endParaRPr>
          </a:p>
        </p:txBody>
      </p:sp>
      <p:grpSp>
        <p:nvGrpSpPr>
          <p:cNvPr id="2" name="Group 1"/>
          <p:cNvGrpSpPr/>
          <p:nvPr/>
        </p:nvGrpSpPr>
        <p:grpSpPr>
          <a:xfrm>
            <a:off x="413649" y="462752"/>
            <a:ext cx="11364702" cy="3847207"/>
            <a:chOff x="439465" y="453608"/>
            <a:chExt cx="11364702" cy="3847207"/>
          </a:xfrm>
        </p:grpSpPr>
        <p:sp>
          <p:nvSpPr>
            <p:cNvPr id="6" name="TextBox 5"/>
            <p:cNvSpPr txBox="1"/>
            <p:nvPr/>
          </p:nvSpPr>
          <p:spPr>
            <a:xfrm>
              <a:off x="439465" y="453608"/>
              <a:ext cx="3710688" cy="304698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r>
                <a:rPr lang="en-US" sz="1000" dirty="0" smtClean="0"/>
                <a:t>[</a:t>
              </a:r>
              <a:endParaRPr lang="en-US" sz="1000" dirty="0"/>
            </a:p>
            <a:p>
              <a:r>
                <a:rPr lang="en-US" sz="1000" dirty="0"/>
                <a:t>    {</a:t>
              </a:r>
              <a:endParaRPr lang="en-US" sz="1000" dirty="0"/>
            </a:p>
            <a:p>
              <a:r>
                <a:rPr lang="en-US" sz="1000" dirty="0"/>
                <a:t>      "</a:t>
              </a:r>
              <a:r>
                <a:rPr lang="en-US" sz="1000" dirty="0" err="1"/>
                <a:t>kpname</a:t>
              </a:r>
              <a:r>
                <a:rPr lang="en-US" sz="1000" dirty="0"/>
                <a:t>": </a:t>
              </a:r>
              <a:r>
                <a:rPr lang="en-US" sz="1000" dirty="0" smtClean="0"/>
                <a:t>"FILLER LEFT 1",</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smtClean="0"/>
                <a:t>}</a:t>
              </a:r>
              <a:endParaRPr lang="vi-VN" sz="1000" dirty="0" smtClean="0"/>
            </a:p>
            <a:p>
              <a:r>
                <a:rPr lang="en-US" sz="1000" dirty="0" smtClean="0"/>
                <a:t> </a:t>
              </a:r>
              <a:r>
                <a:rPr lang="en-US" sz="1000" dirty="0"/>
                <a:t>],</a:t>
              </a:r>
              <a:endParaRPr lang="en-US" sz="1000" dirty="0"/>
            </a:p>
            <a:p>
              <a:r>
                <a:rPr lang="en-US" sz="1000" dirty="0"/>
                <a:t>  "step": "</a:t>
              </a:r>
              <a:r>
                <a:rPr lang="en-US" sz="1000" dirty="0">
                  <a:solidFill>
                    <a:srgbClr val="FF0000"/>
                  </a:solidFill>
                </a:rPr>
                <a:t>STEP03</a:t>
              </a:r>
              <a:r>
                <a:rPr lang="en-US" sz="1000" dirty="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"PRESS_FIT_CAGE_B</a:t>
              </a:r>
              <a:r>
                <a:rPr lang="en-US" sz="1000" dirty="0" smtClean="0"/>
                <a:t>",</a:t>
              </a:r>
              <a:endParaRPr lang="en-US" sz="1000" dirty="0"/>
            </a:p>
            <a:p>
              <a:r>
                <a:rPr lang="en-US" sz="1000" dirty="0" smtClean="0"/>
                <a:t>  </a:t>
              </a:r>
              <a:r>
                <a:rPr lang="en-US" sz="1000" dirty="0"/>
                <a:t>"username":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8472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endParaRPr lang="en-US" sz="1000" dirty="0"/>
            </a:p>
            <a:p>
              <a:r>
                <a:rPr lang="en-US" sz="1000" dirty="0"/>
                <a:t>   </a:t>
              </a:r>
              <a:r>
                <a:rPr lang="en-US" sz="1000" dirty="0" smtClean="0"/>
                <a:t> {</a:t>
              </a:r>
              <a:endParaRPr lang="en-US" sz="1000" dirty="0"/>
            </a:p>
            <a:p>
              <a:r>
                <a:rPr lang="en-US" sz="1000" dirty="0"/>
                <a:t>      "</a:t>
              </a:r>
              <a:r>
                <a:rPr lang="en-US" sz="1000" dirty="0" err="1"/>
                <a:t>kpname</a:t>
              </a:r>
              <a:r>
                <a:rPr lang="en-US" sz="1000" dirty="0"/>
                <a:t>": "FILLER LEFT 1",</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endParaRPr lang="vi-VN" sz="1000" dirty="0"/>
            </a:p>
            <a:p>
              <a:r>
                <a:rPr lang="en-US" sz="1000" dirty="0" smtClean="0"/>
                <a:t>  </a:t>
              </a:r>
              <a:r>
                <a:rPr lang="en-US" sz="1000" dirty="0"/>
                <a:t>],</a:t>
              </a:r>
              <a:endParaRPr lang="en-US" sz="1000" dirty="0"/>
            </a:p>
            <a:p>
              <a:r>
                <a:rPr lang="en-US" sz="1000" dirty="0" smtClean="0"/>
                <a:t>  </a:t>
              </a:r>
              <a:r>
                <a:rPr lang="en-US" sz="1000" dirty="0"/>
                <a:t>"step": "</a:t>
              </a:r>
              <a:r>
                <a:rPr lang="en-US" sz="1000" dirty="0">
                  <a:solidFill>
                    <a:srgbClr val="FF0000"/>
                  </a:solidFill>
                </a:rPr>
                <a:t>STEP03</a:t>
              </a:r>
              <a:r>
                <a:rPr lang="en-US" sz="1000" dirty="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"PRESS_FIT_CAGE_B</a:t>
              </a:r>
              <a:r>
                <a:rPr lang="en-US" sz="1000" dirty="0" smtClean="0"/>
                <a:t>",</a:t>
              </a:r>
              <a:endParaRPr lang="en-US" sz="1000" dirty="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a:solidFill>
                    <a:srgbClr val="FF0000"/>
                  </a:solidFill>
                </a:rPr>
                <a:t>STEP03</a:t>
              </a:r>
              <a:r>
                <a:rPr lang="en-US" sz="1000" dirty="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smtClean="0"/>
                <a:t>"</a:t>
              </a:r>
              <a:r>
                <a:rPr lang="en-US" sz="1000" dirty="0"/>
                <a:t> </a:t>
              </a:r>
              <a:r>
                <a:rPr lang="en-US" sz="1000" dirty="0" smtClean="0"/>
                <a:t>PRESS_FIT_CAGE_B",</a:t>
              </a:r>
              <a:endParaRPr lang="en-US" sz="1000" dirty="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STEP03</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"PRESS_FIT_CAGE_B</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dirty="0">
                <a:solidFill>
                  <a:schemeClr val="bg1"/>
                </a:solidFill>
              </a:rPr>
              <a:t>ST04: S1-3-2-OSFP Cage Assembly Machine</a:t>
            </a:r>
            <a:endParaRPr lang="en-US" sz="2800" dirty="0">
              <a:solidFill>
                <a:schemeClr val="bg1"/>
              </a:solidFill>
            </a:endParaRPr>
          </a:p>
        </p:txBody>
      </p:sp>
      <p:grpSp>
        <p:nvGrpSpPr>
          <p:cNvPr id="2" name="Group 1"/>
          <p:cNvGrpSpPr/>
          <p:nvPr/>
        </p:nvGrpSpPr>
        <p:grpSpPr>
          <a:xfrm>
            <a:off x="413649" y="462752"/>
            <a:ext cx="11364702" cy="3847207"/>
            <a:chOff x="439465" y="453608"/>
            <a:chExt cx="11364702" cy="3847207"/>
          </a:xfrm>
        </p:grpSpPr>
        <p:sp>
          <p:nvSpPr>
            <p:cNvPr id="6" name="TextBox 5"/>
            <p:cNvSpPr txBox="1"/>
            <p:nvPr/>
          </p:nvSpPr>
          <p:spPr>
            <a:xfrm>
              <a:off x="439465" y="453608"/>
              <a:ext cx="3710688" cy="304698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endParaRPr lang="en-US" sz="1000" dirty="0"/>
            </a:p>
            <a:p>
              <a:r>
                <a:rPr lang="en-US" sz="1000" dirty="0" smtClean="0"/>
                <a:t>    </a:t>
              </a:r>
              <a:r>
                <a:rPr lang="en-US" sz="1000" dirty="0"/>
                <a:t>{</a:t>
              </a:r>
              <a:endParaRPr lang="en-US" sz="1000" dirty="0"/>
            </a:p>
            <a:p>
              <a:r>
                <a:rPr lang="en-US" sz="1000" dirty="0"/>
                <a:t>      "</a:t>
              </a:r>
              <a:r>
                <a:rPr lang="en-US" sz="1000" dirty="0" err="1"/>
                <a:t>kpname</a:t>
              </a:r>
              <a:r>
                <a:rPr lang="en-US" sz="1000" dirty="0"/>
                <a:t>": "FILLER </a:t>
              </a:r>
              <a:r>
                <a:rPr lang="en-US" sz="1000" dirty="0" smtClean="0"/>
                <a:t>RIGHT </a:t>
              </a:r>
              <a:r>
                <a:rPr lang="en-US" sz="1000" dirty="0"/>
                <a:t>1",</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endParaRPr lang="vi-VN" sz="1000" dirty="0"/>
            </a:p>
            <a:p>
              <a:r>
                <a:rPr lang="en-US" sz="1000" dirty="0" smtClean="0"/>
                <a:t>],  </a:t>
              </a:r>
              <a:endParaRPr lang="en-US" sz="1000" dirty="0"/>
            </a:p>
            <a:p>
              <a:r>
                <a:rPr lang="en-US" sz="1000" dirty="0"/>
                <a:t>  "step": "</a:t>
              </a:r>
              <a:r>
                <a:rPr lang="en-US" sz="1000" dirty="0">
                  <a:solidFill>
                    <a:srgbClr val="FF0000"/>
                  </a:solidFill>
                </a:rPr>
                <a:t>STEP04</a:t>
              </a:r>
              <a:r>
                <a:rPr lang="en-US" sz="1000" dirty="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"PRESS_FIT_CAGE_B</a:t>
              </a:r>
              <a:r>
                <a:rPr lang="en-US" sz="1000" dirty="0" smtClean="0"/>
                <a:t>",</a:t>
              </a:r>
              <a:endParaRPr lang="en-US" sz="1000" dirty="0"/>
            </a:p>
            <a:p>
              <a:r>
                <a:rPr lang="en-US" sz="1000" dirty="0" smtClean="0"/>
                <a:t>  </a:t>
              </a:r>
              <a:r>
                <a:rPr lang="en-US" sz="1000" dirty="0"/>
                <a:t>"username":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8472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r>
                <a:rPr lang="en-US" sz="1000" dirty="0" smtClean="0"/>
                <a:t>[</a:t>
              </a:r>
              <a:endParaRPr lang="en-US" sz="1000" dirty="0" smtClean="0"/>
            </a:p>
            <a:p>
              <a:r>
                <a:rPr lang="en-US" sz="1000" dirty="0" smtClean="0"/>
                <a:t>    </a:t>
              </a:r>
              <a:r>
                <a:rPr lang="en-US" sz="1000" dirty="0"/>
                <a:t>{</a:t>
              </a:r>
              <a:endParaRPr lang="en-US" sz="1000" dirty="0"/>
            </a:p>
            <a:p>
              <a:r>
                <a:rPr lang="en-US" sz="1000" dirty="0"/>
                <a:t>      "</a:t>
              </a:r>
              <a:r>
                <a:rPr lang="en-US" sz="1000" dirty="0" err="1"/>
                <a:t>kpname</a:t>
              </a:r>
              <a:r>
                <a:rPr lang="en-US" sz="1000" dirty="0"/>
                <a:t>": "FILLER </a:t>
              </a:r>
              <a:r>
                <a:rPr lang="en-US" sz="1000" dirty="0" smtClean="0"/>
                <a:t>RIGHT </a:t>
              </a:r>
              <a:r>
                <a:rPr lang="en-US" sz="1000" dirty="0"/>
                <a:t>1",</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endParaRPr lang="vi-VN" sz="1000" dirty="0"/>
            </a:p>
            <a:p>
              <a:r>
                <a:rPr lang="en-US" sz="1000" dirty="0" smtClean="0"/>
                <a:t>],</a:t>
              </a:r>
              <a:endParaRPr lang="en-US" sz="1000" dirty="0"/>
            </a:p>
            <a:p>
              <a:r>
                <a:rPr lang="en-US" sz="1000" dirty="0"/>
                <a:t>  "step": "</a:t>
              </a:r>
              <a:r>
                <a:rPr lang="en-US" sz="1000" dirty="0">
                  <a:solidFill>
                    <a:srgbClr val="FF0000"/>
                  </a:solidFill>
                </a:rPr>
                <a:t>STEP04</a:t>
              </a:r>
              <a:r>
                <a:rPr lang="en-US" sz="1000" dirty="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"PRESS_FIT_CAGE_B",</a:t>
              </a:r>
              <a:endParaRPr lang="en-US" sz="1000" dirty="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a:solidFill>
                    <a:srgbClr val="FF0000"/>
                  </a:solidFill>
                </a:rPr>
                <a:t>STEP04</a:t>
              </a:r>
              <a:r>
                <a:rPr lang="en-US" sz="1000" dirty="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smtClean="0"/>
                <a:t>"PRESS_FIT_CAGE_B",</a:t>
              </a:r>
              <a:endParaRPr lang="en-US" sz="1000" dirty="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STEP04</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"PRESS_FIT_CAGE_B</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13648" y="6824"/>
            <a:ext cx="12192000" cy="370717"/>
          </a:xfrm>
          <a:prstGeom prst="rect">
            <a:avLst/>
          </a:prstGeom>
          <a:blipFill>
            <a:blip r:embed="rId1"/>
            <a:srcRect/>
            <a:stretch>
              <a:fillRect/>
            </a:stretch>
          </a:blipFill>
        </p:spPr>
        <p:txBody>
          <a:bodyPr wrap="square" lIns="0" tIns="0" rIns="0" bIns="0" rtlCol="0" anchor="ctr"/>
          <a:lstStyle/>
          <a:p>
            <a:r>
              <a:rPr lang="en-US" sz="2800" dirty="0">
                <a:solidFill>
                  <a:schemeClr val="bg1"/>
                </a:solidFill>
              </a:rPr>
              <a:t>ST05: S1-4: </a:t>
            </a:r>
            <a:r>
              <a:rPr lang="en-US" sz="2800" dirty="0" smtClean="0">
                <a:solidFill>
                  <a:schemeClr val="bg1"/>
                </a:solidFill>
              </a:rPr>
              <a:t>PRESSING MACHINE </a:t>
            </a:r>
            <a:endParaRPr lang="en-US" sz="2800" dirty="0">
              <a:solidFill>
                <a:schemeClr val="bg1"/>
              </a:solidFill>
            </a:endParaRPr>
          </a:p>
        </p:txBody>
      </p:sp>
      <p:grpSp>
        <p:nvGrpSpPr>
          <p:cNvPr id="2" name="Group 1"/>
          <p:cNvGrpSpPr/>
          <p:nvPr/>
        </p:nvGrpSpPr>
        <p:grpSpPr>
          <a:xfrm>
            <a:off x="413649" y="462752"/>
            <a:ext cx="11364702" cy="3693319"/>
            <a:chOff x="439465" y="453608"/>
            <a:chExt cx="11364702" cy="3693319"/>
          </a:xfrm>
        </p:grpSpPr>
        <p:sp>
          <p:nvSpPr>
            <p:cNvPr id="6" name="TextBox 5"/>
            <p:cNvSpPr txBox="1"/>
            <p:nvPr/>
          </p:nvSpPr>
          <p:spPr>
            <a:xfrm>
              <a:off x="439465"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r>
                <a:rPr lang="en-US" sz="1000" dirty="0" smtClean="0">
                  <a:solidFill>
                    <a:srgbClr val="FF0000"/>
                  </a:solidFill>
                </a:rPr>
                <a:t>NEED SCAN</a:t>
              </a:r>
              <a:r>
                <a:rPr lang="en-US" sz="1000" dirty="0" smtClean="0"/>
                <a:t>",</a:t>
              </a:r>
              <a:endParaRPr lang="en-US" sz="1000" dirty="0"/>
            </a:p>
            <a:p>
              <a:r>
                <a:rPr lang="en-US" sz="1000" dirty="0"/>
                <a:t>  "</a:t>
              </a:r>
              <a:r>
                <a:rPr lang="en-US" sz="1000" dirty="0" err="1"/>
                <a:t>kps</a:t>
              </a:r>
              <a:r>
                <a:rPr lang="en-US" sz="1000" dirty="0"/>
                <a:t>": [</a:t>
              </a:r>
              <a:endParaRPr lang="en-US" sz="1000" dirty="0"/>
            </a:p>
            <a:p>
              <a:r>
                <a:rPr lang="en-US" sz="1000" dirty="0" smtClean="0"/>
                <a:t>    {</a:t>
              </a:r>
              <a:endParaRPr lang="en-US" sz="1000" dirty="0"/>
            </a:p>
            <a:p>
              <a:r>
                <a:rPr lang="en-US" sz="1000" dirty="0" smtClean="0"/>
                <a:t>    }</a:t>
              </a:r>
              <a:endParaRPr lang="en-US" sz="1000" dirty="0"/>
            </a:p>
            <a:p>
              <a:r>
                <a:rPr lang="en-US" sz="1000" dirty="0" smtClean="0"/>
                <a:t>],</a:t>
              </a:r>
              <a:endParaRPr lang="en-US" sz="1000" dirty="0"/>
            </a:p>
            <a:p>
              <a:r>
                <a:rPr lang="en-US" sz="1000" dirty="0" smtClean="0"/>
                <a:t>  "step": "</a:t>
              </a:r>
              <a:r>
                <a:rPr lang="en-US" sz="1000" dirty="0" smtClean="0">
                  <a:solidFill>
                    <a:srgbClr val="FF0000"/>
                  </a:solidFill>
                </a:rPr>
                <a:t>STEP05</a:t>
              </a:r>
              <a:r>
                <a:rPr lang="en-US" sz="1000" dirty="0" smtClean="0"/>
                <a:t>",</a:t>
              </a:r>
              <a:endParaRPr lang="en-US" sz="1000" dirty="0" smtClean="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"PRESS_FIT",</a:t>
              </a:r>
              <a:endParaRPr lang="en-US" sz="1000" dirty="0"/>
            </a:p>
            <a:p>
              <a:r>
                <a:rPr lang="en-US" sz="1000" dirty="0" smtClean="0"/>
                <a:t>  </a:t>
              </a:r>
              <a:r>
                <a:rPr lang="en-US" sz="1000" dirty="0"/>
                <a:t>"username":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6933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a:solidFill>
                    <a:srgbClr val="FF0000"/>
                  </a:solidFill>
                </a:rPr>
                <a:t>NEED SCAN</a:t>
              </a:r>
              <a:r>
                <a:rPr lang="en-US" sz="1000" dirty="0" smtClean="0"/>
                <a:t>",</a:t>
              </a:r>
              <a:endParaRPr lang="en-US" sz="1000" dirty="0" smtClean="0"/>
            </a:p>
            <a:p>
              <a:r>
                <a:rPr lang="en-US" sz="1000" dirty="0" smtClean="0"/>
                <a:t>  "</a:t>
              </a:r>
              <a:r>
                <a:rPr lang="en-US" sz="1000" dirty="0" err="1" smtClean="0"/>
                <a:t>kps</a:t>
              </a:r>
              <a:r>
                <a:rPr lang="en-US" sz="1000" dirty="0" smtClean="0"/>
                <a:t>": [</a:t>
              </a:r>
              <a:endParaRPr lang="en-US" sz="1000" dirty="0" smtClean="0"/>
            </a:p>
            <a:p>
              <a:r>
                <a:rPr lang="en-US" sz="1000" dirty="0"/>
                <a:t>    {</a:t>
              </a:r>
              <a:endParaRPr lang="en-US" sz="1000" dirty="0"/>
            </a:p>
            <a:p>
              <a:r>
                <a:rPr lang="en-US" sz="1000" dirty="0" smtClean="0"/>
                <a:t>    }</a:t>
              </a:r>
              <a:endParaRPr lang="en-US" sz="1000" dirty="0" smtClean="0"/>
            </a:p>
            <a:p>
              <a:r>
                <a:rPr lang="en-US" sz="1000" dirty="0" smtClean="0"/>
                <a:t>],</a:t>
              </a:r>
              <a:endParaRPr lang="en-US" sz="1000" dirty="0" smtClean="0"/>
            </a:p>
            <a:p>
              <a:r>
                <a:rPr lang="en-US" sz="1000" dirty="0" smtClean="0"/>
                <a:t>  </a:t>
              </a:r>
              <a:r>
                <a:rPr lang="en-US" sz="1000" dirty="0"/>
                <a:t>"step": "</a:t>
              </a:r>
              <a:r>
                <a:rPr lang="en-US" sz="1000" dirty="0">
                  <a:solidFill>
                    <a:srgbClr val="FF0000"/>
                  </a:solidFill>
                </a:rPr>
                <a:t>STEP05</a:t>
              </a:r>
              <a:r>
                <a:rPr lang="en-US" sz="1000" dirty="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"PRESS_FIT",</a:t>
              </a:r>
              <a:endParaRPr lang="en-US" sz="1000" dirty="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smtClean="0"/>
                <a:t>  "</a:t>
              </a:r>
              <a:r>
                <a:rPr lang="en-US" sz="1000" dirty="0" err="1" smtClean="0"/>
                <a:t>screwdata</a:t>
              </a:r>
              <a:r>
                <a:rPr lang="en-US" sz="1000" dirty="0"/>
                <a:t>": </a:t>
              </a:r>
              <a:r>
                <a:rPr lang="en-US" sz="1000" dirty="0" smtClean="0"/>
                <a:t>"</a:t>
              </a:r>
              <a:r>
                <a:rPr lang="en-US" sz="1000" dirty="0" smtClean="0">
                  <a:solidFill>
                    <a:srgbClr val="FF0000"/>
                  </a:solidFill>
                </a:rPr>
                <a:t>NEED</a:t>
              </a:r>
              <a:r>
                <a:rPr lang="en-US" sz="1000" dirty="0" smtClean="0"/>
                <a:t>",</a:t>
              </a:r>
              <a:endParaRPr lang="en-US" sz="1000" dirty="0" smtClean="0"/>
            </a:p>
            <a:p>
              <a:r>
                <a:rPr lang="en-US" sz="1000" dirty="0" smtClean="0"/>
                <a:t>  "</a:t>
              </a:r>
              <a:r>
                <a:rPr lang="en-US" sz="1000" dirty="0" err="1" smtClean="0"/>
                <a:t>pressfitdata</a:t>
              </a:r>
              <a:r>
                <a:rPr lang="en-US" sz="1000" dirty="0" smtClean="0"/>
                <a:t>": "</a:t>
              </a:r>
              <a:r>
                <a:rPr lang="en-US" sz="1000" dirty="0" smtClean="0">
                  <a:solidFill>
                    <a:srgbClr val="FF0000"/>
                  </a:solidFill>
                </a:rPr>
                <a:t>NEED</a:t>
              </a:r>
              <a:r>
                <a:rPr lang="en-US" sz="1000" dirty="0" smtClean="0"/>
                <a:t>"</a:t>
              </a:r>
              <a:endParaRPr lang="en-US" sz="1000" dirty="0" smtClean="0"/>
            </a:p>
            <a:p>
              <a:r>
                <a:rPr lang="en-US" sz="1000" dirty="0" smtClean="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a:solidFill>
                    <a:srgbClr val="FF0000"/>
                  </a:solidFill>
                </a:rPr>
                <a:t>STEP05</a:t>
              </a:r>
              <a:r>
                <a:rPr lang="en-US" sz="1000" dirty="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a:t>"PRESS_FIT",</a:t>
              </a:r>
              <a:endParaRPr lang="en-US" sz="1000" dirty="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46221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STEP05</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a:solidFill>
                  <a:srgbClr val="FF0000"/>
                </a:solidFill>
              </a:rPr>
              <a:t>NEED</a:t>
            </a:r>
            <a:r>
              <a:rPr lang="en-US" sz="1000" dirty="0"/>
              <a:t>",</a:t>
            </a:r>
            <a:endParaRPr lang="en-US" sz="1000" dirty="0"/>
          </a:p>
          <a:p>
            <a:r>
              <a:rPr lang="en-US" sz="1000" dirty="0"/>
              <a:t>  "</a:t>
            </a:r>
            <a:r>
              <a:rPr lang="en-US" sz="1000" dirty="0" err="1"/>
              <a:t>pressfitdata</a:t>
            </a:r>
            <a:r>
              <a:rPr lang="en-US" sz="1000" dirty="0"/>
              <a:t>": "</a:t>
            </a:r>
            <a:r>
              <a:rPr lang="en-US" sz="1000" dirty="0">
                <a:solidFill>
                  <a:srgbClr val="FF0000"/>
                </a:solidFill>
              </a:rPr>
              <a:t>NEED</a:t>
            </a:r>
            <a:r>
              <a:rPr lang="en-US" sz="1000" dirty="0"/>
              <a:t>"</a:t>
            </a:r>
            <a:endParaRPr lang="en-US" sz="1000" dirty="0"/>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13648" y="6824"/>
            <a:ext cx="12192000" cy="370717"/>
          </a:xfrm>
          <a:prstGeom prst="rect">
            <a:avLst/>
          </a:prstGeom>
          <a:blipFill>
            <a:blip r:embed="rId1"/>
            <a:srcRect/>
            <a:stretch>
              <a:fillRect/>
            </a:stretch>
          </a:blipFill>
        </p:spPr>
        <p:txBody>
          <a:bodyPr wrap="square" lIns="0" tIns="0" rIns="0" bIns="0" rtlCol="0" anchor="ctr"/>
          <a:lstStyle/>
          <a:p>
            <a:endParaRPr lang="en-US" sz="28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vi-VN" sz="2400" dirty="0" smtClean="0">
                <a:solidFill>
                  <a:schemeClr val="bg1"/>
                </a:solidFill>
              </a:rPr>
              <a:t>ST0</a:t>
            </a:r>
            <a:r>
              <a:rPr lang="en-US" sz="2400" dirty="0" smtClean="0">
                <a:solidFill>
                  <a:schemeClr val="bg1"/>
                </a:solidFill>
              </a:rPr>
              <a:t>1</a:t>
            </a:r>
            <a:r>
              <a:rPr lang="vi-VN" sz="2800" dirty="0" smtClean="0">
                <a:solidFill>
                  <a:schemeClr val="bg1"/>
                </a:solidFill>
              </a:rPr>
              <a:t>:</a:t>
            </a:r>
            <a:r>
              <a:rPr lang="en-US" sz="2200" dirty="0" smtClean="0">
                <a:solidFill>
                  <a:schemeClr val="bg1"/>
                </a:solidFill>
              </a:rPr>
              <a:t>S1-5-Inspection&amp;Flipping </a:t>
            </a:r>
            <a:r>
              <a:rPr lang="en-US" sz="2200" dirty="0">
                <a:solidFill>
                  <a:schemeClr val="bg1"/>
                </a:solidFill>
              </a:rPr>
              <a:t>with Carrier Change Machine</a:t>
            </a:r>
            <a:endParaRPr lang="en-US" sz="2200" dirty="0">
              <a:solidFill>
                <a:schemeClr val="bg1"/>
              </a:solidFill>
            </a:endParaRPr>
          </a:p>
        </p:txBody>
      </p:sp>
      <p:grpSp>
        <p:nvGrpSpPr>
          <p:cNvPr id="2" name="Group 1"/>
          <p:cNvGrpSpPr/>
          <p:nvPr/>
        </p:nvGrpSpPr>
        <p:grpSpPr>
          <a:xfrm>
            <a:off x="413649" y="462752"/>
            <a:ext cx="11364702" cy="3539430"/>
            <a:chOff x="439465" y="453608"/>
            <a:chExt cx="11364702" cy="3539430"/>
          </a:xfrm>
        </p:grpSpPr>
        <p:sp>
          <p:nvSpPr>
            <p:cNvPr id="6" name="TextBox 5"/>
            <p:cNvSpPr txBox="1"/>
            <p:nvPr/>
          </p:nvSpPr>
          <p:spPr>
            <a:xfrm>
              <a:off x="439465"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smtClean="0"/>
            </a:p>
            <a:p>
              <a:r>
                <a:rPr lang="en-US" sz="1000" dirty="0" smtClean="0"/>
                <a:t>{</a:t>
              </a:r>
              <a:endParaRPr lang="en-US" sz="1000" dirty="0" smtClean="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kps</a:t>
              </a:r>
              <a:r>
                <a:rPr lang="en-US" sz="1000" dirty="0"/>
                <a:t>": [</a:t>
              </a:r>
              <a:endParaRPr lang="en-US" sz="1000" dirty="0"/>
            </a:p>
            <a:p>
              <a:r>
                <a:rPr lang="en-US" sz="1000" dirty="0"/>
                <a:t>    {</a:t>
              </a:r>
              <a:endParaRPr lang="en-US" sz="1000" dirty="0"/>
            </a:p>
            <a:p>
              <a:r>
                <a:rPr lang="en-US" sz="1000" dirty="0" smtClean="0"/>
                <a:t>    }</a:t>
              </a:r>
              <a:endParaRPr lang="en-US" sz="1000" dirty="0"/>
            </a:p>
            <a:p>
              <a:r>
                <a:rPr lang="en-US" sz="1000" dirty="0" smtClean="0"/>
                <a:t>],</a:t>
              </a:r>
              <a:endParaRPr lang="en-US" sz="1000" dirty="0" smtClean="0"/>
            </a:p>
            <a:p>
              <a:r>
                <a:rPr lang="en-US" sz="1000" dirty="0" smtClean="0"/>
                <a:t>  </a:t>
              </a:r>
              <a:r>
                <a:rPr lang="en-US" sz="1000" dirty="0"/>
                <a:t>"step": "</a:t>
              </a:r>
              <a:r>
                <a:rPr lang="en-US" sz="1000" dirty="0" smtClean="0">
                  <a:solidFill>
                    <a:srgbClr val="FF0000"/>
                  </a:solidFill>
                </a:rPr>
                <a:t>STEP01</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a:t>
              </a:r>
              <a:r>
                <a:rPr lang="en-US" sz="1000" dirty="0" smtClean="0"/>
                <a:t>"AOI2",</a:t>
              </a:r>
              <a:endParaRPr lang="en-US" sz="1000" dirty="0"/>
            </a:p>
            <a:p>
              <a:r>
                <a:rPr lang="en-US" sz="1000" dirty="0"/>
                <a:t>  "username":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5394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kps</a:t>
              </a:r>
              <a:r>
                <a:rPr lang="en-US" sz="1000" dirty="0"/>
                <a:t>": [</a:t>
              </a:r>
              <a:endParaRPr lang="en-US" sz="1000" dirty="0"/>
            </a:p>
            <a:p>
              <a:r>
                <a:rPr lang="en-US" sz="1000" dirty="0"/>
                <a:t>    {</a:t>
              </a:r>
              <a:endParaRPr lang="en-US" sz="1000" dirty="0"/>
            </a:p>
            <a:p>
              <a:r>
                <a:rPr lang="en-US" sz="1000" dirty="0" smtClean="0"/>
                <a:t>    }</a:t>
              </a:r>
              <a:endParaRPr lang="en-US" sz="1000" dirty="0"/>
            </a:p>
            <a:p>
              <a:r>
                <a:rPr lang="en-US" sz="1000" dirty="0" smtClean="0"/>
                <a:t>],</a:t>
              </a:r>
              <a:endParaRPr lang="en-US" sz="1000" dirty="0"/>
            </a:p>
            <a:p>
              <a:r>
                <a:rPr lang="en-US" sz="1000" dirty="0"/>
                <a:t>  "step": "</a:t>
              </a:r>
              <a:r>
                <a:rPr lang="en-US" sz="1000" dirty="0" smtClean="0">
                  <a:solidFill>
                    <a:srgbClr val="FF0000"/>
                  </a:solidFill>
                </a:rPr>
                <a:t>STEP01</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a:t>
              </a:r>
              <a:r>
                <a:rPr lang="en-US" sz="1000" dirty="0" smtClean="0"/>
                <a:t>"AOI2",</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r>
                <a:rPr lang="en-US" sz="1000" dirty="0" smtClean="0"/>
                <a:t>"</a:t>
              </a:r>
              <a:r>
                <a:rPr lang="en-US" sz="1000" dirty="0" smtClean="0">
                  <a:solidFill>
                    <a:srgbClr val="FF0000"/>
                  </a:solidFill>
                </a:rPr>
                <a:t>NEED</a:t>
              </a:r>
              <a:r>
                <a:rPr lang="en-US" sz="1000" dirty="0" smtClean="0"/>
                <a:t>",</a:t>
              </a:r>
              <a:endParaRPr lang="en-US" sz="1000" dirty="0"/>
            </a:p>
            <a:p>
              <a:r>
                <a:rPr lang="en-US" sz="1000" dirty="0"/>
                <a:t>  "</a:t>
              </a:r>
              <a:r>
                <a:rPr lang="en-US" sz="1000" dirty="0" err="1"/>
                <a:t>screwdata</a:t>
              </a:r>
              <a:r>
                <a:rPr lang="en-US" sz="1000" dirty="0"/>
                <a:t>": ""</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smtClean="0">
                  <a:solidFill>
                    <a:schemeClr val="tx1"/>
                  </a:solidFill>
                </a:rPr>
                <a:t>"</a:t>
              </a:r>
              <a:r>
                <a:rPr lang="en-US" sz="1000" dirty="0">
                  <a:solidFill>
                    <a:srgbClr val="FF0000"/>
                  </a:solidFill>
                </a:rPr>
                <a:t> </a:t>
              </a:r>
              <a:r>
                <a:rPr lang="en-US" sz="1000" dirty="0" smtClean="0">
                  <a:solidFill>
                    <a:srgbClr val="FF0000"/>
                  </a:solidFill>
                </a:rPr>
                <a:t>STEP01</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smtClean="0">
                  <a:solidFill>
                    <a:schemeClr val="tx1"/>
                  </a:solidFill>
                </a:rPr>
                <a:t>"</a:t>
              </a:r>
              <a:r>
                <a:rPr lang="en-US" sz="1000" dirty="0" smtClean="0"/>
                <a:t>AOI2</a:t>
              </a:r>
              <a:r>
                <a:rPr lang="en-US" sz="1000" dirty="0" smtClean="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STEP01</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"AOI2</a:t>
            </a:r>
            <a:r>
              <a:rPr lang="en-US" sz="1000" dirty="0" smtClean="0"/>
              <a:t>",</a:t>
            </a:r>
            <a:endParaRPr lang="en-US" sz="1000" dirty="0" smtClean="0"/>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r>
              <a:rPr lang="en-US" sz="1000" dirty="0" smtClean="0">
                <a:solidFill>
                  <a:srgbClr val="FF0000"/>
                </a:solidFill>
              </a:rPr>
              <a:t>NEED</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vi-VN" sz="2800" dirty="0" smtClean="0">
                <a:solidFill>
                  <a:schemeClr val="bg1"/>
                </a:solidFill>
              </a:rPr>
              <a:t>ST0</a:t>
            </a:r>
            <a:r>
              <a:rPr lang="en-US" sz="2800" dirty="0" smtClean="0">
                <a:solidFill>
                  <a:schemeClr val="bg1"/>
                </a:solidFill>
              </a:rPr>
              <a:t>2</a:t>
            </a:r>
            <a:r>
              <a:rPr lang="vi-VN" sz="2800" dirty="0" smtClean="0">
                <a:solidFill>
                  <a:schemeClr val="bg1"/>
                </a:solidFill>
              </a:rPr>
              <a:t>:</a:t>
            </a:r>
            <a:r>
              <a:rPr lang="en-US" sz="2800" dirty="0" smtClean="0">
                <a:solidFill>
                  <a:schemeClr val="bg1"/>
                </a:solidFill>
              </a:rPr>
              <a:t> </a:t>
            </a:r>
            <a:r>
              <a:rPr lang="en-US" sz="2800" dirty="0">
                <a:solidFill>
                  <a:schemeClr val="bg1"/>
                </a:solidFill>
              </a:rPr>
              <a:t>S1-6-1-OSFP Cage Assembly Machine</a:t>
            </a:r>
            <a:endParaRPr lang="en-US" sz="2800" dirty="0">
              <a:solidFill>
                <a:schemeClr val="bg1"/>
              </a:solidFill>
            </a:endParaRPr>
          </a:p>
        </p:txBody>
      </p:sp>
      <p:sp>
        <p:nvSpPr>
          <p:cNvPr id="9" name="TextBox 8"/>
          <p:cNvSpPr txBox="1"/>
          <p:nvPr/>
        </p:nvSpPr>
        <p:spPr>
          <a:xfrm>
            <a:off x="413649" y="462752"/>
            <a:ext cx="3710688" cy="304698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r>
              <a:rPr lang="en-US" sz="1000" dirty="0" smtClean="0"/>
              <a:t>[</a:t>
            </a:r>
            <a:endParaRPr lang="en-US" sz="1000" dirty="0" smtClean="0"/>
          </a:p>
          <a:p>
            <a:r>
              <a:rPr lang="en-US" sz="1000" dirty="0" smtClean="0"/>
              <a:t>    </a:t>
            </a:r>
            <a:r>
              <a:rPr lang="en-US" sz="1000" dirty="0"/>
              <a:t>{</a:t>
            </a:r>
            <a:endParaRPr lang="en-US" sz="1000" dirty="0"/>
          </a:p>
          <a:p>
            <a:r>
              <a:rPr lang="en-US" sz="1000" dirty="0"/>
              <a:t>      "</a:t>
            </a:r>
            <a:r>
              <a:rPr lang="en-US" sz="1000" dirty="0" err="1"/>
              <a:t>kpname</a:t>
            </a:r>
            <a:r>
              <a:rPr lang="en-US" sz="1000" dirty="0"/>
              <a:t>": </a:t>
            </a:r>
            <a:r>
              <a:rPr lang="en-US" sz="1000" dirty="0" smtClean="0"/>
              <a:t>"FILLER LEFT 2",</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smtClean="0"/>
              <a:t>}</a:t>
            </a:r>
            <a:endParaRPr lang="vi-VN" sz="1000" dirty="0" smtClean="0"/>
          </a:p>
          <a:p>
            <a:r>
              <a:rPr lang="en-US" sz="1000" dirty="0" smtClean="0"/>
              <a:t> </a:t>
            </a:r>
            <a:r>
              <a:rPr lang="en-US" sz="1000" dirty="0"/>
              <a:t>],</a:t>
            </a:r>
            <a:endParaRPr lang="en-US" sz="1000" dirty="0"/>
          </a:p>
          <a:p>
            <a:r>
              <a:rPr lang="en-US" sz="1000" dirty="0"/>
              <a:t>  "step": "</a:t>
            </a:r>
            <a:r>
              <a:rPr lang="en-US" sz="1000" dirty="0" smtClean="0">
                <a:solidFill>
                  <a:srgbClr val="FF0000"/>
                </a:solidFill>
              </a:rPr>
              <a:t>STEP02</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"PRESS_FIT_CAGE_T</a:t>
            </a:r>
            <a:r>
              <a:rPr lang="en-US" sz="1000" dirty="0" smtClean="0"/>
              <a:t>",</a:t>
            </a:r>
            <a:endParaRPr lang="en-US" sz="1000" dirty="0"/>
          </a:p>
          <a:p>
            <a:r>
              <a:rPr lang="en-US" sz="1000" dirty="0" smtClean="0"/>
              <a:t>  </a:t>
            </a:r>
            <a:r>
              <a:rPr lang="en-US" sz="1000" dirty="0"/>
              <a:t>"username":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10" name="TextBox 9"/>
          <p:cNvSpPr txBox="1"/>
          <p:nvPr/>
        </p:nvSpPr>
        <p:spPr>
          <a:xfrm>
            <a:off x="4240656" y="462752"/>
            <a:ext cx="3710688" cy="38472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endParaRPr lang="en-US" sz="1000" dirty="0"/>
          </a:p>
          <a:p>
            <a:r>
              <a:rPr lang="en-US" sz="1000" dirty="0"/>
              <a:t>    </a:t>
            </a:r>
            <a:r>
              <a:rPr lang="en-US" sz="1000" dirty="0" smtClean="0"/>
              <a:t>{</a:t>
            </a:r>
            <a:endParaRPr lang="en-US" sz="1000" dirty="0"/>
          </a:p>
          <a:p>
            <a:r>
              <a:rPr lang="en-US" sz="1000" dirty="0"/>
              <a:t>      "</a:t>
            </a:r>
            <a:r>
              <a:rPr lang="en-US" sz="1000" dirty="0" err="1"/>
              <a:t>kpname</a:t>
            </a:r>
            <a:r>
              <a:rPr lang="en-US" sz="1000" dirty="0"/>
              <a:t>": "FILLER LEFT </a:t>
            </a:r>
            <a:r>
              <a:rPr lang="en-US" sz="1000" dirty="0" smtClean="0"/>
              <a:t>2",</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endParaRPr lang="vi-VN" sz="1000" dirty="0"/>
          </a:p>
          <a:p>
            <a:r>
              <a:rPr lang="en-US" sz="1000" dirty="0" smtClean="0"/>
              <a:t>  </a:t>
            </a:r>
            <a:r>
              <a:rPr lang="en-US" sz="1000" dirty="0"/>
              <a:t>],</a:t>
            </a:r>
            <a:endParaRPr lang="en-US" sz="1000" dirty="0"/>
          </a:p>
          <a:p>
            <a:r>
              <a:rPr lang="en-US" sz="1000" dirty="0" smtClean="0"/>
              <a:t>  </a:t>
            </a:r>
            <a:r>
              <a:rPr lang="en-US" sz="1000" dirty="0"/>
              <a:t>"step": "</a:t>
            </a:r>
            <a:r>
              <a:rPr lang="en-US" sz="1000" dirty="0" smtClean="0">
                <a:solidFill>
                  <a:srgbClr val="FF0000"/>
                </a:solidFill>
              </a:rPr>
              <a:t>STEP02</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"PRESS_FIT_CAGE_T</a:t>
            </a:r>
            <a:r>
              <a:rPr lang="en-US" sz="1000" dirty="0" smtClean="0"/>
              <a:t>",</a:t>
            </a:r>
            <a:endParaRPr lang="en-US" sz="1000" dirty="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11" name="TextBox 10"/>
          <p:cNvSpPr txBox="1"/>
          <p:nvPr/>
        </p:nvSpPr>
        <p:spPr>
          <a:xfrm>
            <a:off x="8067663" y="462752"/>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smtClean="0">
                <a:solidFill>
                  <a:srgbClr val="FF0000"/>
                </a:solidFill>
              </a:rPr>
              <a:t>STEP02</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a:t>"PRESS_FIT1</a:t>
            </a:r>
            <a:r>
              <a:rPr lang="en-US" sz="1000" dirty="0" smtClean="0"/>
              <a:t>",</a:t>
            </a:r>
            <a:endParaRPr lang="en-US" sz="1000" dirty="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sp>
        <p:nvSpPr>
          <p:cNvPr id="6" name="TextBox 5"/>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STEP02</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"PRESS_FIT_CAGE_T",</a:t>
            </a:r>
            <a:endParaRPr lang="en-US" sz="1000" dirty="0"/>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vi-VN" sz="2800" dirty="0" smtClean="0">
                <a:solidFill>
                  <a:schemeClr val="bg1"/>
                </a:solidFill>
              </a:rPr>
              <a:t>ST0</a:t>
            </a:r>
            <a:r>
              <a:rPr lang="en-US" sz="2800" dirty="0" smtClean="0">
                <a:solidFill>
                  <a:schemeClr val="bg1"/>
                </a:solidFill>
              </a:rPr>
              <a:t>3</a:t>
            </a:r>
            <a:r>
              <a:rPr lang="vi-VN" sz="2800" dirty="0" smtClean="0">
                <a:solidFill>
                  <a:schemeClr val="bg1"/>
                </a:solidFill>
              </a:rPr>
              <a:t>:</a:t>
            </a:r>
            <a:r>
              <a:rPr lang="en-US" sz="2800" dirty="0" smtClean="0">
                <a:solidFill>
                  <a:schemeClr val="bg1"/>
                </a:solidFill>
              </a:rPr>
              <a:t> </a:t>
            </a:r>
            <a:r>
              <a:rPr lang="en-US" sz="2800" dirty="0">
                <a:solidFill>
                  <a:schemeClr val="bg1"/>
                </a:solidFill>
              </a:rPr>
              <a:t>S1-6-2-OSFP Cage Assembly Machine</a:t>
            </a:r>
            <a:endParaRPr lang="en-US" sz="2800" dirty="0">
              <a:solidFill>
                <a:schemeClr val="bg1"/>
              </a:solidFill>
            </a:endParaRPr>
          </a:p>
        </p:txBody>
      </p:sp>
      <p:grpSp>
        <p:nvGrpSpPr>
          <p:cNvPr id="2" name="Group 1"/>
          <p:cNvGrpSpPr/>
          <p:nvPr/>
        </p:nvGrpSpPr>
        <p:grpSpPr>
          <a:xfrm>
            <a:off x="413649" y="462752"/>
            <a:ext cx="11364702" cy="3847207"/>
            <a:chOff x="439465" y="453608"/>
            <a:chExt cx="11364702" cy="3847207"/>
          </a:xfrm>
        </p:grpSpPr>
        <p:sp>
          <p:nvSpPr>
            <p:cNvPr id="6" name="TextBox 5"/>
            <p:cNvSpPr txBox="1"/>
            <p:nvPr/>
          </p:nvSpPr>
          <p:spPr>
            <a:xfrm>
              <a:off x="439465" y="453608"/>
              <a:ext cx="3710688" cy="304698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endParaRPr lang="en-US" sz="1000" dirty="0"/>
            </a:p>
            <a:p>
              <a:r>
                <a:rPr lang="en-US" sz="1000" dirty="0"/>
                <a:t>  "</a:t>
              </a:r>
              <a:r>
                <a:rPr lang="en-US" sz="1000" dirty="0" err="1"/>
                <a:t>kps</a:t>
              </a:r>
              <a:r>
                <a:rPr lang="en-US" sz="1000" dirty="0"/>
                <a:t>": [</a:t>
              </a:r>
              <a:endParaRPr lang="en-US" sz="1000" dirty="0"/>
            </a:p>
            <a:p>
              <a:r>
                <a:rPr lang="en-US" sz="1000" dirty="0" smtClean="0"/>
                <a:t>    </a:t>
              </a:r>
              <a:r>
                <a:rPr lang="en-US" sz="1000" dirty="0"/>
                <a:t>{</a:t>
              </a:r>
              <a:endParaRPr lang="en-US" sz="1000" dirty="0"/>
            </a:p>
            <a:p>
              <a:r>
                <a:rPr lang="en-US" sz="1000" dirty="0"/>
                <a:t>      "</a:t>
              </a:r>
              <a:r>
                <a:rPr lang="en-US" sz="1000" dirty="0" err="1"/>
                <a:t>kpname</a:t>
              </a:r>
              <a:r>
                <a:rPr lang="en-US" sz="1000" dirty="0"/>
                <a:t>": "FILLER </a:t>
              </a:r>
              <a:r>
                <a:rPr lang="en-US" sz="1000" dirty="0" smtClean="0"/>
                <a:t>RIGHT </a:t>
              </a:r>
              <a:r>
                <a:rPr lang="en-US" sz="1000" dirty="0"/>
                <a:t>2",</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endParaRPr lang="vi-VN" sz="1000" dirty="0"/>
            </a:p>
            <a:p>
              <a:r>
                <a:rPr lang="en-US" sz="1000" dirty="0" smtClean="0"/>
                <a:t>],</a:t>
              </a:r>
              <a:endParaRPr lang="en-US" sz="1000" dirty="0"/>
            </a:p>
            <a:p>
              <a:r>
                <a:rPr lang="en-US" sz="1000" dirty="0"/>
                <a:t>  "step": "</a:t>
              </a:r>
              <a:r>
                <a:rPr lang="en-US" sz="1000" dirty="0" smtClean="0">
                  <a:solidFill>
                    <a:srgbClr val="FF0000"/>
                  </a:solidFill>
                </a:rPr>
                <a:t>STEP03</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"PRESS_FIT_CAGE_T</a:t>
              </a:r>
              <a:r>
                <a:rPr lang="en-US" sz="1000" dirty="0" smtClean="0"/>
                <a:t>",</a:t>
              </a:r>
              <a:endParaRPr lang="en-US" sz="1000" dirty="0"/>
            </a:p>
            <a:p>
              <a:r>
                <a:rPr lang="en-US" sz="1000" dirty="0"/>
                <a:t>  "username":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8472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endParaRPr lang="en-US" sz="1000" dirty="0"/>
            </a:p>
            <a:p>
              <a:r>
                <a:rPr lang="en-US" sz="1000" dirty="0"/>
                <a:t>  "</a:t>
              </a:r>
              <a:r>
                <a:rPr lang="en-US" sz="1000" dirty="0" err="1"/>
                <a:t>kps</a:t>
              </a:r>
              <a:r>
                <a:rPr lang="en-US" sz="1000" dirty="0"/>
                <a:t>": [</a:t>
              </a:r>
              <a:endParaRPr lang="en-US" sz="1000" dirty="0"/>
            </a:p>
            <a:p>
              <a:r>
                <a:rPr lang="en-US" sz="1000" dirty="0" smtClean="0"/>
                <a:t>    </a:t>
              </a:r>
              <a:r>
                <a:rPr lang="en-US" sz="1000" dirty="0"/>
                <a:t>{</a:t>
              </a:r>
              <a:endParaRPr lang="en-US" sz="1000" dirty="0"/>
            </a:p>
            <a:p>
              <a:r>
                <a:rPr lang="en-US" sz="1000" dirty="0"/>
                <a:t>      "</a:t>
              </a:r>
              <a:r>
                <a:rPr lang="en-US" sz="1000" dirty="0" err="1"/>
                <a:t>kpname</a:t>
              </a:r>
              <a:r>
                <a:rPr lang="en-US" sz="1000" dirty="0"/>
                <a:t>": "FILLER RIGHT 2",</a:t>
              </a:r>
              <a:endParaRPr lang="en-US" sz="1000" dirty="0"/>
            </a:p>
            <a:p>
              <a:r>
                <a:rPr lang="en-US" sz="1000" dirty="0"/>
                <a:t>      "</a:t>
              </a:r>
              <a:r>
                <a:rPr lang="en-US" sz="1000" dirty="0" err="1"/>
                <a:t>kpvalue</a:t>
              </a:r>
              <a:r>
                <a:rPr lang="en-US" sz="1000" dirty="0"/>
                <a:t>": "</a:t>
              </a:r>
              <a:r>
                <a:rPr lang="en-US" sz="1000" dirty="0">
                  <a:solidFill>
                    <a:srgbClr val="FF0000"/>
                  </a:solidFill>
                </a:rPr>
                <a:t>NEED SCAN</a:t>
              </a:r>
              <a:r>
                <a:rPr lang="en-US" sz="1000" dirty="0"/>
                <a:t>"</a:t>
              </a:r>
              <a:endParaRPr lang="en-US" sz="1000" dirty="0"/>
            </a:p>
            <a:p>
              <a:r>
                <a:rPr lang="en-US" sz="1000" dirty="0"/>
                <a:t>    }</a:t>
              </a:r>
              <a:endParaRPr lang="vi-VN" sz="1000" dirty="0"/>
            </a:p>
            <a:p>
              <a:r>
                <a:rPr lang="en-US" sz="1000" dirty="0" smtClean="0"/>
                <a:t>],</a:t>
              </a:r>
              <a:endParaRPr lang="en-US" sz="1000" dirty="0"/>
            </a:p>
            <a:p>
              <a:r>
                <a:rPr lang="en-US" sz="1000" dirty="0"/>
                <a:t>  "step": "</a:t>
              </a:r>
              <a:r>
                <a:rPr lang="en-US" sz="1000" dirty="0" smtClean="0">
                  <a:solidFill>
                    <a:srgbClr val="FF0000"/>
                  </a:solidFill>
                </a:rPr>
                <a:t>STEP03</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"PRESS_FIT_CAGE_T</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r>
                <a:rPr lang="en-US" sz="1000" dirty="0" smtClean="0">
                  <a:solidFill>
                    <a:schemeClr val="tx1"/>
                  </a:solidFill>
                </a:rPr>
                <a:t>"",</a:t>
              </a:r>
              <a:endParaRPr lang="en-US" sz="1000" dirty="0">
                <a:solidFill>
                  <a:schemeClr val="tx1"/>
                </a:solidFill>
              </a:endParaRPr>
            </a:p>
            <a:p>
              <a:r>
                <a:rPr lang="en-US" sz="1000" dirty="0">
                  <a:solidFill>
                    <a:schemeClr val="tx1"/>
                  </a:solidFill>
                </a:rPr>
                <a:t>  "step": "</a:t>
              </a:r>
              <a:r>
                <a:rPr lang="en-US" sz="1000" dirty="0" smtClean="0">
                  <a:solidFill>
                    <a:srgbClr val="FF0000"/>
                  </a:solidFill>
                </a:rPr>
                <a:t>STEP03</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a:t>"PRESS_FIT1",</a:t>
              </a:r>
              <a:endParaRPr lang="en-US" sz="1000" dirty="0">
                <a:solidFill>
                  <a:schemeClr val="tx1"/>
                </a:solidFill>
              </a:endParaRPr>
            </a:p>
            <a:p>
              <a:r>
                <a:rPr lang="en-US" sz="1000" dirty="0">
                  <a:solidFill>
                    <a:schemeClr val="tx1"/>
                  </a:solidFill>
                </a:rPr>
                <a:t>  "</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STEP03</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"PRESS_FIT_CAGE_T</a:t>
            </a:r>
            <a:r>
              <a:rPr lang="en-US" sz="1000" dirty="0" smtClean="0"/>
              <a:t>",</a:t>
            </a:r>
            <a:endParaRPr lang="en-US" sz="1000" dirty="0" smtClean="0"/>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vi-VN" sz="2800" dirty="0" smtClean="0">
                <a:solidFill>
                  <a:schemeClr val="bg1"/>
                </a:solidFill>
              </a:rPr>
              <a:t>ST0</a:t>
            </a:r>
            <a:r>
              <a:rPr lang="en-US" sz="2800" dirty="0">
                <a:solidFill>
                  <a:schemeClr val="bg1"/>
                </a:solidFill>
              </a:rPr>
              <a:t>4</a:t>
            </a:r>
            <a:r>
              <a:rPr lang="en-US" sz="2800" dirty="0" smtClean="0">
                <a:solidFill>
                  <a:schemeClr val="bg1"/>
                </a:solidFill>
              </a:rPr>
              <a:t>: </a:t>
            </a:r>
            <a:r>
              <a:rPr lang="en-US" sz="2800" dirty="0">
                <a:solidFill>
                  <a:schemeClr val="bg1"/>
                </a:solidFill>
              </a:rPr>
              <a:t>S1-7-QSFP Cage Assembly Machine</a:t>
            </a:r>
            <a:endParaRPr lang="en-US" sz="2800" dirty="0">
              <a:solidFill>
                <a:schemeClr val="bg1"/>
              </a:solidFill>
            </a:endParaRPr>
          </a:p>
        </p:txBody>
      </p:sp>
      <p:grpSp>
        <p:nvGrpSpPr>
          <p:cNvPr id="2" name="Group 1"/>
          <p:cNvGrpSpPr/>
          <p:nvPr/>
        </p:nvGrpSpPr>
        <p:grpSpPr>
          <a:xfrm>
            <a:off x="413649" y="462752"/>
            <a:ext cx="11364702" cy="3539430"/>
            <a:chOff x="439465" y="453608"/>
            <a:chExt cx="11364702" cy="3539430"/>
          </a:xfrm>
        </p:grpSpPr>
        <p:sp>
          <p:nvSpPr>
            <p:cNvPr id="6" name="TextBox 5"/>
            <p:cNvSpPr txBox="1"/>
            <p:nvPr/>
          </p:nvSpPr>
          <p:spPr>
            <a:xfrm>
              <a:off x="439465"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endParaRPr lang="en-US" sz="1000" dirty="0"/>
            </a:p>
            <a:p>
              <a:r>
                <a:rPr lang="en-US" sz="1000" dirty="0"/>
                <a:t>  "</a:t>
              </a:r>
              <a:r>
                <a:rPr lang="en-US" sz="1000" dirty="0" err="1"/>
                <a:t>kps</a:t>
              </a:r>
              <a:r>
                <a:rPr lang="en-US" sz="1000" dirty="0"/>
                <a:t>": </a:t>
              </a:r>
              <a:r>
                <a:rPr lang="en-US" sz="1000" dirty="0" smtClean="0"/>
                <a:t>[</a:t>
              </a:r>
              <a:endParaRPr lang="en-US" sz="1000" dirty="0" smtClean="0"/>
            </a:p>
            <a:p>
              <a:r>
                <a:rPr lang="en-US" sz="1000" dirty="0"/>
                <a:t> </a:t>
              </a:r>
              <a:r>
                <a:rPr lang="en-US" sz="1000" dirty="0" smtClean="0"/>
                <a:t>     {</a:t>
              </a:r>
              <a:endParaRPr lang="en-US" sz="1000" dirty="0"/>
            </a:p>
            <a:p>
              <a:r>
                <a:rPr lang="en-US" sz="1000" dirty="0" smtClean="0"/>
                <a:t>      }</a:t>
              </a:r>
              <a:endParaRPr lang="en-US" sz="1000" dirty="0" smtClean="0"/>
            </a:p>
            <a:p>
              <a:r>
                <a:rPr lang="en-US" sz="1000" dirty="0" smtClean="0"/>
                <a:t>],</a:t>
              </a:r>
              <a:endParaRPr lang="en-US" sz="1000" dirty="0" smtClean="0"/>
            </a:p>
            <a:p>
              <a:r>
                <a:rPr lang="en-US" sz="1000" dirty="0" smtClean="0"/>
                <a:t>  </a:t>
              </a:r>
              <a:r>
                <a:rPr lang="en-US" sz="1000" dirty="0"/>
                <a:t>"step": "</a:t>
              </a:r>
              <a:r>
                <a:rPr lang="en-US" sz="1000" dirty="0" smtClean="0">
                  <a:solidFill>
                    <a:srgbClr val="FF0000"/>
                  </a:solidFill>
                </a:rPr>
                <a:t>STEP04</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"PRESS_FIT_CAGE_T</a:t>
              </a:r>
              <a:r>
                <a:rPr lang="en-US" sz="1000" dirty="0" smtClean="0"/>
                <a:t>",</a:t>
              </a:r>
              <a:endParaRPr lang="en-US" sz="1000" dirty="0" smtClean="0"/>
            </a:p>
            <a:p>
              <a:r>
                <a:rPr lang="en-US" sz="1000" dirty="0" smtClean="0"/>
                <a:t>  </a:t>
              </a:r>
              <a:r>
                <a:rPr lang="en-US" sz="1000" dirty="0"/>
                <a:t>"username": "V0923834",</a:t>
              </a:r>
              <a:endParaRPr lang="en-US" sz="1000" dirty="0"/>
            </a:p>
            <a:p>
              <a:r>
                <a:rPr lang="en-US" sz="1000" dirty="0" smtClean="0"/>
                <a:t>  </a:t>
              </a:r>
              <a:r>
                <a:rPr lang="en-US" sz="1000" dirty="0"/>
                <a:t>"password":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5394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endParaRPr lang="en-US" sz="1000" dirty="0"/>
            </a:p>
            <a:p>
              <a:r>
                <a:rPr lang="en-US" sz="1000" dirty="0" smtClean="0"/>
                <a:t>  "</a:t>
              </a:r>
              <a:r>
                <a:rPr lang="en-US" sz="1000" dirty="0" err="1"/>
                <a:t>kps</a:t>
              </a:r>
              <a:r>
                <a:rPr lang="en-US" sz="1000" dirty="0"/>
                <a:t>": [</a:t>
              </a:r>
              <a:endParaRPr lang="en-US" sz="1000" dirty="0"/>
            </a:p>
            <a:p>
              <a:r>
                <a:rPr lang="en-US" sz="1000" dirty="0"/>
                <a:t>  </a:t>
              </a:r>
              <a:r>
                <a:rPr lang="en-US" sz="1000" dirty="0" smtClean="0"/>
                <a:t>   {</a:t>
              </a:r>
              <a:endParaRPr lang="en-US" sz="1000" dirty="0"/>
            </a:p>
            <a:p>
              <a:r>
                <a:rPr lang="en-US" sz="1000" dirty="0" smtClean="0"/>
                <a:t>     }</a:t>
              </a:r>
              <a:endParaRPr lang="en-US" sz="1000" dirty="0"/>
            </a:p>
            <a:p>
              <a:r>
                <a:rPr lang="en-US" sz="1000" dirty="0" smtClean="0"/>
                <a:t>],  </a:t>
              </a:r>
              <a:endParaRPr lang="en-US" sz="1000" dirty="0" smtClean="0"/>
            </a:p>
            <a:p>
              <a:r>
                <a:rPr lang="en-US" sz="1000" dirty="0"/>
                <a:t> </a:t>
              </a:r>
              <a:r>
                <a:rPr lang="en-US" sz="1000" dirty="0" smtClean="0"/>
                <a:t> "</a:t>
              </a:r>
              <a:r>
                <a:rPr lang="en-US" sz="1000" dirty="0"/>
                <a:t>step": "</a:t>
              </a:r>
              <a:r>
                <a:rPr lang="en-US" sz="1000" dirty="0" smtClean="0">
                  <a:solidFill>
                    <a:srgbClr val="FF0000"/>
                  </a:solidFill>
                </a:rPr>
                <a:t>STEP04</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smtClean="0"/>
                <a:t> "</a:t>
              </a:r>
              <a:r>
                <a:rPr lang="en-US" sz="1000" dirty="0" err="1" smtClean="0"/>
                <a:t>groupname</a:t>
              </a:r>
              <a:r>
                <a:rPr lang="en-US" sz="1000" dirty="0"/>
                <a:t>": "PRESS_FIT_CAGE_T",</a:t>
              </a:r>
              <a:endParaRPr lang="en-US" sz="1000" dirty="0"/>
            </a:p>
            <a:p>
              <a:r>
                <a:rPr lang="en-US" sz="1000" dirty="0" smtClean="0"/>
                <a:t>  "</a:t>
              </a:r>
              <a:r>
                <a:rPr lang="en-US" sz="1000" dirty="0" err="1" smtClean="0"/>
                <a:t>stationip</a:t>
              </a:r>
              <a:r>
                <a:rPr lang="en-US" sz="1000" dirty="0" smtClean="0"/>
                <a:t>": "</a:t>
              </a:r>
              <a:r>
                <a:rPr lang="en-US" sz="1000" dirty="0" smtClean="0">
                  <a:solidFill>
                    <a:srgbClr val="FF0000"/>
                  </a:solidFill>
                </a:rPr>
                <a:t>{MACHINE IP ADDRESS}</a:t>
              </a:r>
              <a:r>
                <a:rPr lang="en-US" sz="1000" dirty="0" smtClean="0"/>
                <a:t>",</a:t>
              </a:r>
              <a:endParaRPr lang="en-US" sz="1000" dirty="0" smtClean="0"/>
            </a:p>
            <a:p>
              <a:r>
                <a:rPr lang="en-US" sz="1000" dirty="0" smtClean="0"/>
                <a:t>  </a:t>
              </a:r>
              <a:r>
                <a:rPr lang="en-US" sz="1000" dirty="0"/>
                <a:t>"</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r>
                <a:rPr lang="en-US" sz="1000" dirty="0" smtClean="0">
                  <a:solidFill>
                    <a:schemeClr val="tx1"/>
                  </a:solidFill>
                </a:rPr>
                <a:t>"",</a:t>
              </a:r>
              <a:endParaRPr lang="en-US" sz="1000" dirty="0">
                <a:solidFill>
                  <a:schemeClr val="tx1"/>
                </a:solidFill>
              </a:endParaRPr>
            </a:p>
            <a:p>
              <a:r>
                <a:rPr lang="en-US" sz="1000" dirty="0">
                  <a:solidFill>
                    <a:schemeClr val="tx1"/>
                  </a:solidFill>
                </a:rPr>
                <a:t>  "step": "</a:t>
              </a:r>
              <a:r>
                <a:rPr lang="en-US" sz="1000" dirty="0" smtClean="0">
                  <a:solidFill>
                    <a:srgbClr val="FF0000"/>
                  </a:solidFill>
                </a:rPr>
                <a:t>STEP04</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"PRESS_FIT_CAGE_T",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STEP04</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"PRESS_FIT_CAGE_T</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vi-VN" sz="2800" dirty="0" smtClean="0">
                <a:solidFill>
                  <a:schemeClr val="bg1"/>
                </a:solidFill>
              </a:rPr>
              <a:t>ST</a:t>
            </a:r>
            <a:r>
              <a:rPr lang="en-US" sz="2800" dirty="0" smtClean="0">
                <a:solidFill>
                  <a:schemeClr val="bg1"/>
                </a:solidFill>
              </a:rPr>
              <a:t>05: </a:t>
            </a:r>
            <a:r>
              <a:rPr lang="en-US" sz="2800" dirty="0">
                <a:solidFill>
                  <a:schemeClr val="bg1"/>
                </a:solidFill>
              </a:rPr>
              <a:t>S1-8: </a:t>
            </a:r>
            <a:r>
              <a:rPr lang="en-US" sz="2800" dirty="0" smtClean="0">
                <a:solidFill>
                  <a:schemeClr val="bg1"/>
                </a:solidFill>
              </a:rPr>
              <a:t>PRESSING </a:t>
            </a:r>
            <a:r>
              <a:rPr lang="en-US" sz="2800" dirty="0">
                <a:solidFill>
                  <a:schemeClr val="bg1"/>
                </a:solidFill>
              </a:rPr>
              <a:t>MACHINE</a:t>
            </a:r>
            <a:endParaRPr lang="en-US" sz="2800" dirty="0">
              <a:solidFill>
                <a:schemeClr val="bg1"/>
              </a:solidFill>
            </a:endParaRPr>
          </a:p>
        </p:txBody>
      </p:sp>
      <p:grpSp>
        <p:nvGrpSpPr>
          <p:cNvPr id="2" name="Group 1"/>
          <p:cNvGrpSpPr/>
          <p:nvPr/>
        </p:nvGrpSpPr>
        <p:grpSpPr>
          <a:xfrm>
            <a:off x="295576" y="613673"/>
            <a:ext cx="11574215" cy="3693319"/>
            <a:chOff x="229952" y="453608"/>
            <a:chExt cx="11574215" cy="3693319"/>
          </a:xfrm>
        </p:grpSpPr>
        <p:sp>
          <p:nvSpPr>
            <p:cNvPr id="6" name="TextBox 5"/>
            <p:cNvSpPr txBox="1"/>
            <p:nvPr/>
          </p:nvSpPr>
          <p:spPr>
            <a:xfrm>
              <a:off x="229952"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r>
                <a:rPr lang="en-US" sz="1000" dirty="0">
                  <a:solidFill>
                    <a:srgbClr val="FF0000"/>
                  </a:solidFill>
                </a:rPr>
                <a:t>NEED </a:t>
              </a:r>
              <a:r>
                <a:rPr lang="en-US" sz="1000" dirty="0" smtClean="0">
                  <a:solidFill>
                    <a:srgbClr val="FF0000"/>
                  </a:solidFill>
                </a:rPr>
                <a:t>SCAN</a:t>
              </a:r>
              <a:r>
                <a:rPr lang="en-US" sz="1000" dirty="0" smtClean="0"/>
                <a:t>",</a:t>
              </a:r>
              <a:endParaRPr lang="en-US" sz="1000" dirty="0"/>
            </a:p>
            <a:p>
              <a:r>
                <a:rPr lang="en-US" sz="1000" dirty="0" smtClean="0"/>
                <a:t>  "</a:t>
              </a:r>
              <a:r>
                <a:rPr lang="en-US" sz="1000" dirty="0" err="1"/>
                <a:t>kps</a:t>
              </a:r>
              <a:r>
                <a:rPr lang="en-US" sz="1000" dirty="0"/>
                <a:t>": [</a:t>
              </a:r>
              <a:endParaRPr lang="en-US" sz="1000" dirty="0"/>
            </a:p>
            <a:p>
              <a:r>
                <a:rPr lang="en-US" sz="1000" dirty="0"/>
                <a:t>   </a:t>
              </a:r>
              <a:r>
                <a:rPr lang="en-US" sz="1000" dirty="0" smtClean="0"/>
                <a:t> {</a:t>
              </a:r>
              <a:endParaRPr lang="en-US" sz="1000" dirty="0"/>
            </a:p>
            <a:p>
              <a:r>
                <a:rPr lang="en-US" sz="1000" dirty="0" smtClean="0"/>
                <a:t>    }</a:t>
              </a:r>
              <a:endParaRPr lang="en-US" sz="1000" dirty="0" smtClean="0"/>
            </a:p>
            <a:p>
              <a:r>
                <a:rPr lang="en-US" sz="1000" dirty="0" smtClean="0"/>
                <a:t>],</a:t>
              </a:r>
              <a:endParaRPr lang="en-US" sz="1000" dirty="0"/>
            </a:p>
            <a:p>
              <a:r>
                <a:rPr lang="en-US" sz="1000" dirty="0" smtClean="0"/>
                <a:t>  </a:t>
              </a:r>
              <a:r>
                <a:rPr lang="en-US" sz="1000" dirty="0"/>
                <a:t>"step": "</a:t>
              </a:r>
              <a:r>
                <a:rPr lang="en-US" sz="1000" dirty="0" smtClean="0">
                  <a:solidFill>
                    <a:srgbClr val="FF0000"/>
                  </a:solidFill>
                </a:rPr>
                <a:t>STEP05</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"PRESS_FIT1",</a:t>
              </a:r>
              <a:endParaRPr lang="en-US" sz="1000" dirty="0"/>
            </a:p>
            <a:p>
              <a:r>
                <a:rPr lang="en-US" sz="1000" dirty="0"/>
                <a:t>  "username":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38480" y="453608"/>
              <a:ext cx="3710688" cy="36933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r>
                <a:rPr lang="en-US" sz="1000" dirty="0" smtClean="0">
                  <a:solidFill>
                    <a:srgbClr val="FF0000"/>
                  </a:solidFill>
                </a:rPr>
                <a:t>NEED SCAN</a:t>
              </a:r>
              <a:r>
                <a:rPr lang="en-US" sz="1000" dirty="0" smtClean="0"/>
                <a:t>",</a:t>
              </a:r>
              <a:endParaRPr lang="en-US" sz="1000" dirty="0"/>
            </a:p>
            <a:p>
              <a:r>
                <a:rPr lang="en-US" sz="1000" dirty="0" smtClean="0"/>
                <a:t>  "</a:t>
              </a:r>
              <a:r>
                <a:rPr lang="en-US" sz="1000" dirty="0" err="1"/>
                <a:t>kps</a:t>
              </a:r>
              <a:r>
                <a:rPr lang="en-US" sz="1000" dirty="0"/>
                <a:t>": [</a:t>
              </a:r>
              <a:endParaRPr lang="en-US" sz="1000" dirty="0"/>
            </a:p>
            <a:p>
              <a:r>
                <a:rPr lang="en-US" sz="1000" dirty="0"/>
                <a:t>   {</a:t>
              </a:r>
              <a:endParaRPr lang="en-US" sz="1000" dirty="0"/>
            </a:p>
            <a:p>
              <a:r>
                <a:rPr lang="en-US" sz="1000" dirty="0" smtClean="0"/>
                <a:t>   }  </a:t>
              </a:r>
              <a:endParaRPr lang="en-US" sz="1000" dirty="0" smtClean="0"/>
            </a:p>
            <a:p>
              <a:r>
                <a:rPr lang="en-US" sz="1000" dirty="0" smtClean="0"/>
                <a:t>],</a:t>
              </a:r>
              <a:endParaRPr lang="en-US" sz="1000" dirty="0"/>
            </a:p>
            <a:p>
              <a:r>
                <a:rPr lang="en-US" sz="1000" dirty="0" smtClean="0"/>
                <a:t>  </a:t>
              </a:r>
              <a:r>
                <a:rPr lang="en-US" sz="1000" dirty="0"/>
                <a:t>"step": "</a:t>
              </a:r>
              <a:r>
                <a:rPr lang="en-US" sz="1000" dirty="0" smtClean="0">
                  <a:solidFill>
                    <a:srgbClr val="FF0000"/>
                  </a:solidFill>
                </a:rPr>
                <a:t>STEP05</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"PRESS_FIT1</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r>
                <a:rPr lang="en-US" sz="1000" dirty="0" smtClean="0">
                  <a:solidFill>
                    <a:srgbClr val="FF0000"/>
                  </a:solidFill>
                </a:rPr>
                <a:t>NEED</a:t>
              </a:r>
              <a:r>
                <a:rPr lang="en-US" sz="1000" dirty="0" smtClean="0"/>
                <a:t>",</a:t>
              </a:r>
              <a:endParaRPr lang="en-US" sz="1000" dirty="0" smtClean="0"/>
            </a:p>
            <a:p>
              <a:r>
                <a:rPr lang="en-US" sz="1000" dirty="0" smtClean="0"/>
                <a:t>  "</a:t>
              </a:r>
              <a:r>
                <a:rPr lang="en-US" sz="1000" dirty="0" err="1"/>
                <a:t>pressfitdata</a:t>
              </a:r>
              <a:r>
                <a:rPr lang="en-US" sz="1000" dirty="0"/>
                <a:t>": "</a:t>
              </a:r>
              <a:r>
                <a:rPr lang="en-US" sz="1000" dirty="0">
                  <a:solidFill>
                    <a:srgbClr val="FF0000"/>
                  </a:solidFill>
                </a:rPr>
                <a:t>NEED</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r>
                <a:rPr lang="en-US" sz="1000" dirty="0" smtClean="0">
                  <a:solidFill>
                    <a:schemeClr val="tx1"/>
                  </a:solidFill>
                </a:rPr>
                <a:t>"</a:t>
              </a:r>
              <a:r>
                <a:rPr lang="en-US" sz="1000" dirty="0" smtClean="0">
                  <a:solidFill>
                    <a:srgbClr val="FF0000"/>
                  </a:solidFill>
                </a:rPr>
                <a:t>NEED SCAN</a:t>
              </a:r>
              <a:r>
                <a:rPr lang="en-US" sz="1000" dirty="0" smtClean="0">
                  <a:solidFill>
                    <a:schemeClr val="tx1"/>
                  </a:solidFill>
                </a:rPr>
                <a:t>",</a:t>
              </a:r>
              <a:endParaRPr lang="en-US" sz="1000" dirty="0">
                <a:solidFill>
                  <a:schemeClr val="tx1"/>
                </a:solidFill>
              </a:endParaRPr>
            </a:p>
            <a:p>
              <a:r>
                <a:rPr lang="en-US" sz="1000" dirty="0">
                  <a:solidFill>
                    <a:schemeClr val="tx1"/>
                  </a:solidFill>
                </a:rPr>
                <a:t>  "step": "</a:t>
              </a:r>
              <a:r>
                <a:rPr lang="en-US" sz="1000" dirty="0" smtClean="0">
                  <a:solidFill>
                    <a:srgbClr val="FF0000"/>
                  </a:solidFill>
                </a:rPr>
                <a:t>STEP05</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a:t>"PRESS_FIT1</a:t>
              </a:r>
              <a:r>
                <a:rPr lang="en-US" sz="1000" dirty="0" smtClean="0"/>
                <a:t>",</a:t>
              </a:r>
              <a:endParaRPr lang="en-US" sz="1000" dirty="0" smtClean="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55335"/>
            <a:ext cx="3710688" cy="246221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STEP05</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"PRESS_FIT1",</a:t>
            </a:r>
            <a:endParaRPr lang="en-US" sz="1000" dirty="0"/>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a:solidFill>
                  <a:srgbClr val="FF0000"/>
                </a:solidFill>
              </a:rPr>
              <a:t>NEED</a:t>
            </a:r>
            <a:r>
              <a:rPr lang="en-US" sz="1000" dirty="0"/>
              <a:t>",</a:t>
            </a:r>
            <a:endParaRPr lang="en-US" sz="1000" dirty="0"/>
          </a:p>
          <a:p>
            <a:r>
              <a:rPr lang="en-US" sz="1000" dirty="0"/>
              <a:t>  "</a:t>
            </a:r>
            <a:r>
              <a:rPr lang="en-US" sz="1000" dirty="0" err="1"/>
              <a:t>pressfitdata</a:t>
            </a:r>
            <a:r>
              <a:rPr lang="en-US" sz="1000" dirty="0"/>
              <a:t>": "</a:t>
            </a:r>
            <a:r>
              <a:rPr lang="en-US" sz="1000" dirty="0">
                <a:solidFill>
                  <a:srgbClr val="FF0000"/>
                </a:solidFill>
              </a:rPr>
              <a:t>NEED</a:t>
            </a:r>
            <a:r>
              <a:rPr lang="en-US" sz="1000" dirty="0"/>
              <a:t>"</a:t>
            </a:r>
            <a:endParaRPr lang="en-US" sz="1000" dirty="0"/>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dirty="0" smtClean="0">
                <a:solidFill>
                  <a:schemeClr val="bg1"/>
                </a:solidFill>
              </a:rPr>
              <a:t>ST06: </a:t>
            </a:r>
            <a:r>
              <a:rPr lang="en-US" sz="2800" dirty="0">
                <a:solidFill>
                  <a:schemeClr val="bg1"/>
                </a:solidFill>
              </a:rPr>
              <a:t>S1-9-1-Filler Tooling Removal Machine</a:t>
            </a:r>
            <a:endParaRPr lang="en-US" sz="2800" dirty="0">
              <a:solidFill>
                <a:schemeClr val="bg1"/>
              </a:solidFill>
            </a:endParaRPr>
          </a:p>
        </p:txBody>
      </p:sp>
      <p:grpSp>
        <p:nvGrpSpPr>
          <p:cNvPr id="2" name="Group 1"/>
          <p:cNvGrpSpPr/>
          <p:nvPr/>
        </p:nvGrpSpPr>
        <p:grpSpPr>
          <a:xfrm>
            <a:off x="413649" y="462752"/>
            <a:ext cx="11364702" cy="3539430"/>
            <a:chOff x="439465" y="453608"/>
            <a:chExt cx="11364702" cy="3539430"/>
          </a:xfrm>
        </p:grpSpPr>
        <p:sp>
          <p:nvSpPr>
            <p:cNvPr id="6" name="TextBox 5"/>
            <p:cNvSpPr txBox="1"/>
            <p:nvPr/>
          </p:nvSpPr>
          <p:spPr>
            <a:xfrm>
              <a:off x="439465"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endParaRPr lang="en-US" sz="1000" dirty="0"/>
            </a:p>
            <a:p>
              <a:r>
                <a:rPr lang="en-US" sz="1000" dirty="0"/>
                <a:t> </a:t>
              </a:r>
              <a:r>
                <a:rPr lang="en-US" sz="1000" dirty="0" smtClean="0"/>
                <a:t> "</a:t>
              </a:r>
              <a:r>
                <a:rPr lang="en-US" sz="1000" dirty="0" err="1"/>
                <a:t>kps</a:t>
              </a:r>
              <a:r>
                <a:rPr lang="en-US" sz="1000" dirty="0"/>
                <a:t>": [</a:t>
              </a:r>
              <a:endParaRPr lang="en-US" sz="1000" dirty="0"/>
            </a:p>
            <a:p>
              <a:r>
                <a:rPr lang="en-US" sz="1000" dirty="0"/>
                <a:t>    {</a:t>
              </a:r>
              <a:endParaRPr lang="en-US" sz="1000" dirty="0"/>
            </a:p>
            <a:p>
              <a:r>
                <a:rPr lang="en-US" sz="1000" dirty="0" smtClean="0"/>
                <a:t>    }</a:t>
              </a:r>
              <a:endParaRPr lang="en-US" sz="1000" dirty="0"/>
            </a:p>
            <a:p>
              <a:r>
                <a:rPr lang="en-US" sz="1000" dirty="0" smtClean="0"/>
                <a:t>],</a:t>
              </a:r>
              <a:endParaRPr lang="en-US" sz="1000" dirty="0" smtClean="0"/>
            </a:p>
            <a:p>
              <a:r>
                <a:rPr lang="en-US" sz="1000" dirty="0" smtClean="0"/>
                <a:t>  </a:t>
              </a:r>
              <a:r>
                <a:rPr lang="en-US" sz="1000" dirty="0"/>
                <a:t>"step": "</a:t>
              </a:r>
              <a:r>
                <a:rPr lang="en-US" sz="1000" dirty="0" smtClean="0">
                  <a:solidFill>
                    <a:srgbClr val="FF0000"/>
                  </a:solidFill>
                </a:rPr>
                <a:t>STEP06</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a:t>
              </a:r>
              <a:r>
                <a:rPr lang="en-US" sz="1000" dirty="0" smtClean="0"/>
                <a:t>AOI3",</a:t>
              </a:r>
              <a:endParaRPr lang="en-US" sz="1000" dirty="0"/>
            </a:p>
            <a:p>
              <a:r>
                <a:rPr lang="en-US" sz="1000" dirty="0"/>
                <a:t>  "username":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5394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endParaRPr lang="en-US" sz="1000" dirty="0"/>
            </a:p>
            <a:p>
              <a:r>
                <a:rPr lang="en-US" sz="1000" dirty="0"/>
                <a:t> </a:t>
              </a:r>
              <a:r>
                <a:rPr lang="en-US" sz="1000" dirty="0" smtClean="0"/>
                <a:t> "</a:t>
              </a:r>
              <a:r>
                <a:rPr lang="en-US" sz="1000" dirty="0" err="1"/>
                <a:t>kps</a:t>
              </a:r>
              <a:r>
                <a:rPr lang="en-US" sz="1000" dirty="0"/>
                <a:t>": [</a:t>
              </a:r>
              <a:endParaRPr lang="en-US" sz="1000" dirty="0"/>
            </a:p>
            <a:p>
              <a:r>
                <a:rPr lang="en-US" sz="1000" dirty="0"/>
                <a:t>    {</a:t>
              </a:r>
              <a:endParaRPr lang="en-US" sz="1000" dirty="0"/>
            </a:p>
            <a:p>
              <a:r>
                <a:rPr lang="en-US" sz="1000" dirty="0" smtClean="0"/>
                <a:t>    }</a:t>
              </a:r>
              <a:endParaRPr lang="en-US" sz="1000" dirty="0"/>
            </a:p>
            <a:p>
              <a:r>
                <a:rPr lang="en-US" sz="1000" dirty="0"/>
                <a:t>],</a:t>
              </a:r>
              <a:r>
                <a:rPr lang="en-US" sz="1000" dirty="0" smtClean="0"/>
                <a:t> </a:t>
              </a:r>
              <a:endParaRPr lang="en-US" sz="1000" dirty="0" smtClean="0"/>
            </a:p>
            <a:p>
              <a:r>
                <a:rPr lang="en-US" sz="1000" dirty="0" smtClean="0"/>
                <a:t>  "</a:t>
              </a:r>
              <a:r>
                <a:rPr lang="en-US" sz="1000" dirty="0"/>
                <a:t>step": "</a:t>
              </a:r>
              <a:r>
                <a:rPr lang="en-US" sz="1000" dirty="0" smtClean="0">
                  <a:solidFill>
                    <a:srgbClr val="FF0000"/>
                  </a:solidFill>
                </a:rPr>
                <a:t>STEP06</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"AOI3</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smtClean="0">
                  <a:solidFill>
                    <a:schemeClr val="tx1"/>
                  </a:solidFill>
                </a:rPr>
                <a:t>"</a:t>
              </a:r>
              <a:r>
                <a:rPr lang="en-US" sz="1000" dirty="0" smtClean="0">
                  <a:solidFill>
                    <a:srgbClr val="FF0000"/>
                  </a:solidFill>
                </a:rPr>
                <a:t>NEED SCAN</a:t>
              </a:r>
              <a:r>
                <a:rPr lang="en-US" sz="1000" dirty="0" smtClean="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smtClean="0">
                  <a:solidFill>
                    <a:srgbClr val="FF0000"/>
                  </a:solidFill>
                </a:rPr>
                <a:t>STEP06</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a:t>"AOI3",</a:t>
              </a:r>
              <a:endParaRPr lang="en-US" sz="1000" dirty="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9" name="TextBox 8"/>
          <p:cNvSpPr txBox="1"/>
          <p:nvPr/>
        </p:nvSpPr>
        <p:spPr>
          <a:xfrm>
            <a:off x="8067663" y="2528702"/>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STEP06</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"AOI3</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vi-VN" sz="2800" dirty="0" smtClean="0">
                <a:solidFill>
                  <a:schemeClr val="bg1"/>
                </a:solidFill>
              </a:rPr>
              <a:t>ST</a:t>
            </a:r>
            <a:r>
              <a:rPr lang="en-US" sz="2800" dirty="0" smtClean="0">
                <a:solidFill>
                  <a:schemeClr val="bg1"/>
                </a:solidFill>
              </a:rPr>
              <a:t>07</a:t>
            </a:r>
            <a:r>
              <a:rPr lang="vi-VN" sz="2800" dirty="0" smtClean="0">
                <a:solidFill>
                  <a:schemeClr val="bg1"/>
                </a:solidFill>
              </a:rPr>
              <a:t>: </a:t>
            </a:r>
            <a:r>
              <a:rPr lang="vi-VN" sz="2800" dirty="0">
                <a:solidFill>
                  <a:schemeClr val="bg1"/>
                </a:solidFill>
              </a:rPr>
              <a:t>S1-9-2-Filler Tooling Removal Machine</a:t>
            </a:r>
            <a:endParaRPr lang="en-US" sz="2800" dirty="0">
              <a:solidFill>
                <a:schemeClr val="bg1"/>
              </a:solidFill>
            </a:endParaRPr>
          </a:p>
        </p:txBody>
      </p:sp>
      <p:grpSp>
        <p:nvGrpSpPr>
          <p:cNvPr id="2" name="Group 1"/>
          <p:cNvGrpSpPr/>
          <p:nvPr/>
        </p:nvGrpSpPr>
        <p:grpSpPr>
          <a:xfrm>
            <a:off x="413649" y="462752"/>
            <a:ext cx="11364702" cy="3539430"/>
            <a:chOff x="439465" y="453608"/>
            <a:chExt cx="11364702" cy="3539430"/>
          </a:xfrm>
        </p:grpSpPr>
        <p:sp>
          <p:nvSpPr>
            <p:cNvPr id="6" name="TextBox 5"/>
            <p:cNvSpPr txBox="1"/>
            <p:nvPr/>
          </p:nvSpPr>
          <p:spPr>
            <a:xfrm>
              <a:off x="439465"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PRECHECK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endParaRPr lang="en-US" sz="1000" dirty="0"/>
            </a:p>
            <a:p>
              <a:r>
                <a:rPr lang="en-US" sz="1000" dirty="0"/>
                <a:t>    {</a:t>
              </a:r>
              <a:endParaRPr lang="en-US" sz="1000" dirty="0"/>
            </a:p>
            <a:p>
              <a:r>
                <a:rPr lang="en-US" sz="1000" dirty="0" smtClean="0"/>
                <a:t>    }</a:t>
              </a:r>
              <a:endParaRPr lang="en-US" sz="1000" dirty="0"/>
            </a:p>
            <a:p>
              <a:r>
                <a:rPr lang="vi-VN" sz="1000" dirty="0" smtClean="0"/>
                <a:t> </a:t>
              </a:r>
              <a:r>
                <a:rPr lang="en-US" sz="1000" dirty="0" smtClean="0"/>
                <a:t>],</a:t>
              </a:r>
              <a:endParaRPr lang="en-US" sz="1000" dirty="0"/>
            </a:p>
            <a:p>
              <a:r>
                <a:rPr lang="en-US" sz="1000" dirty="0"/>
                <a:t>  "step": </a:t>
              </a:r>
              <a:r>
                <a:rPr lang="en-US" sz="1000" dirty="0" smtClean="0"/>
                <a:t>"</a:t>
              </a:r>
              <a:r>
                <a:rPr lang="en-US" sz="1000" dirty="0" smtClean="0">
                  <a:solidFill>
                    <a:srgbClr val="FF0000"/>
                  </a:solidFill>
                </a:rPr>
                <a:t>STEP07</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"AOI3",</a:t>
              </a:r>
              <a:endParaRPr lang="en-US" sz="1000" dirty="0"/>
            </a:p>
            <a:p>
              <a:r>
                <a:rPr lang="en-US" sz="1000" dirty="0" smtClean="0"/>
                <a:t>  </a:t>
              </a:r>
              <a:r>
                <a:rPr lang="en-US" sz="1000" dirty="0"/>
                <a:t>"username":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5394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endParaRPr lang="en-US" sz="1000" dirty="0"/>
            </a:p>
            <a:p>
              <a:r>
                <a:rPr lang="en-US" sz="1000" dirty="0"/>
                <a:t>  "</a:t>
              </a:r>
              <a:r>
                <a:rPr lang="en-US" sz="1000" dirty="0" err="1"/>
                <a:t>kps</a:t>
              </a:r>
              <a:r>
                <a:rPr lang="en-US" sz="1000" dirty="0"/>
                <a:t>": [</a:t>
              </a:r>
              <a:endParaRPr lang="en-US" sz="1000" dirty="0"/>
            </a:p>
            <a:p>
              <a:r>
                <a:rPr lang="en-US" sz="1000" dirty="0"/>
                <a:t>    {</a:t>
              </a:r>
              <a:endParaRPr lang="en-US" sz="1000" dirty="0"/>
            </a:p>
            <a:p>
              <a:r>
                <a:rPr lang="en-US" sz="1000" dirty="0" smtClean="0"/>
                <a:t>    }</a:t>
              </a:r>
              <a:endParaRPr lang="en-US" sz="1000" dirty="0"/>
            </a:p>
            <a:p>
              <a:r>
                <a:rPr lang="vi-VN" sz="1000" dirty="0" smtClean="0"/>
                <a:t>    </a:t>
              </a:r>
              <a:r>
                <a:rPr lang="en-US" sz="1000" dirty="0" smtClean="0"/>
                <a:t>],</a:t>
              </a:r>
              <a:endParaRPr lang="en-US" sz="1000" dirty="0"/>
            </a:p>
            <a:p>
              <a:r>
                <a:rPr lang="en-US" sz="1000" dirty="0"/>
                <a:t>  "step": </a:t>
              </a:r>
              <a:r>
                <a:rPr lang="en-US" sz="1000" dirty="0" smtClean="0"/>
                <a:t>"</a:t>
              </a:r>
              <a:r>
                <a:rPr lang="en-US" sz="1000" dirty="0" smtClean="0">
                  <a:solidFill>
                    <a:srgbClr val="FF0000"/>
                  </a:solidFill>
                </a:rPr>
                <a:t>STEP07</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"AOI3",</a:t>
              </a:r>
              <a:endParaRPr lang="en-US" sz="1000" dirty="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endParaRPr lang="en-US" sz="1000" dirty="0"/>
            </a:p>
            <a:p>
              <a:r>
                <a:rPr lang="en-US" sz="1000" dirty="0"/>
                <a:t>  "</a:t>
              </a:r>
              <a:r>
                <a:rPr lang="en-US" sz="1000" dirty="0" err="1"/>
                <a:t>screwdata</a:t>
              </a:r>
              <a:r>
                <a:rPr lang="en-US" sz="1000" dirty="0"/>
                <a:t>": </a:t>
              </a:r>
              <a:r>
                <a:rPr lang="en-US" sz="1000" dirty="0" smtClean="0"/>
                <a:t>""</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smtClean="0">
                  <a:solidFill>
                    <a:schemeClr val="tx1"/>
                  </a:solidFill>
                </a:rPr>
                <a:t>"</a:t>
              </a:r>
              <a:r>
                <a:rPr lang="en-US" sz="1000" dirty="0" smtClean="0">
                  <a:solidFill>
                    <a:srgbClr val="FF0000"/>
                  </a:solidFill>
                </a:rPr>
                <a:t>STEP07</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a:t>"AOI3",</a:t>
              </a:r>
              <a:endParaRPr lang="en-US" sz="1000" dirty="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10" name="TextBox 9"/>
          <p:cNvSpPr txBox="1"/>
          <p:nvPr/>
        </p:nvSpPr>
        <p:spPr>
          <a:xfrm>
            <a:off x="8067663" y="2528702"/>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STEP07</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"AOI3</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2"/>
          <p:cNvSpPr/>
          <p:nvPr/>
        </p:nvSpPr>
        <p:spPr>
          <a:xfrm>
            <a:off x="0" y="0"/>
            <a:ext cx="12192000" cy="370717"/>
          </a:xfrm>
          <a:prstGeom prst="rect">
            <a:avLst/>
          </a:prstGeom>
          <a:blipFill>
            <a:blip r:embed="rId1"/>
            <a:srcRect/>
            <a:stretch>
              <a:fillRect/>
            </a:stretch>
          </a:blipFill>
        </p:spPr>
        <p:txBody>
          <a:bodyPr wrap="square" lIns="0" tIns="0" rIns="0" bIns="0" rtlCol="0" anchor="ctr"/>
          <a:lstStyle/>
          <a:p>
            <a:r>
              <a:rPr lang="en-US" sz="2800" dirty="0" smtClean="0">
                <a:solidFill>
                  <a:schemeClr val="bg1"/>
                </a:solidFill>
              </a:rPr>
              <a:t>ST08: </a:t>
            </a:r>
            <a:r>
              <a:rPr lang="en-US" sz="2800" dirty="0">
                <a:solidFill>
                  <a:schemeClr val="bg1"/>
                </a:solidFill>
              </a:rPr>
              <a:t>S1-10-Inspection&amp;Unloading Machine</a:t>
            </a:r>
            <a:endParaRPr lang="en-US" sz="2800" dirty="0">
              <a:solidFill>
                <a:schemeClr val="bg1"/>
              </a:solidFill>
            </a:endParaRPr>
          </a:p>
        </p:txBody>
      </p:sp>
      <p:grpSp>
        <p:nvGrpSpPr>
          <p:cNvPr id="2" name="Group 1"/>
          <p:cNvGrpSpPr/>
          <p:nvPr/>
        </p:nvGrpSpPr>
        <p:grpSpPr>
          <a:xfrm>
            <a:off x="413649" y="462752"/>
            <a:ext cx="11364702" cy="3539430"/>
            <a:chOff x="439465" y="453608"/>
            <a:chExt cx="11364702" cy="3539430"/>
          </a:xfrm>
        </p:grpSpPr>
        <p:sp>
          <p:nvSpPr>
            <p:cNvPr id="6" name="TextBox 5"/>
            <p:cNvSpPr txBox="1"/>
            <p:nvPr/>
          </p:nvSpPr>
          <p:spPr>
            <a:xfrm>
              <a:off x="439465" y="453608"/>
              <a:ext cx="3710688" cy="273921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PRECHECK</a:t>
              </a:r>
              <a:endParaRPr lang="en-US" sz="2400" dirty="0">
                <a:solidFill>
                  <a:srgbClr val="00B050"/>
                </a:solidFill>
              </a:endParaRPr>
            </a:p>
            <a:p>
              <a:endParaRPr lang="en-US" sz="800" dirty="0"/>
            </a:p>
            <a:p>
              <a:r>
                <a:rPr lang="en-US" sz="1000" dirty="0"/>
                <a:t>{</a:t>
              </a:r>
              <a:endParaRPr lang="en-US" sz="1000" dirty="0"/>
            </a:p>
            <a:p>
              <a:r>
                <a:rPr lang="en-US" sz="1000" dirty="0">
                  <a:highlight>
                    <a:srgbClr val="FFFF00"/>
                  </a:highlight>
                </a:rPr>
                <a:t>  "</a:t>
              </a:r>
              <a:r>
                <a:rPr lang="en-US" sz="1000" dirty="0" err="1">
                  <a:highlight>
                    <a:srgbClr val="FFFF00"/>
                  </a:highlight>
                </a:rPr>
                <a:t>data_type</a:t>
              </a:r>
              <a:r>
                <a:rPr lang="en-US" sz="1000" dirty="0">
                  <a:highlight>
                    <a:srgbClr val="FFFF00"/>
                  </a:highlight>
                </a:rPr>
                <a:t>": "</a:t>
              </a:r>
              <a:r>
                <a:rPr lang="en-US" sz="1000" dirty="0">
                  <a:solidFill>
                    <a:srgbClr val="FF0000"/>
                  </a:solidFill>
                  <a:highlight>
                    <a:srgbClr val="FFFF00"/>
                  </a:highlight>
                </a:rPr>
                <a:t>PRECHECK</a:t>
              </a:r>
              <a:r>
                <a:rPr lang="en-US" sz="1000" dirty="0">
                  <a:highlight>
                    <a:srgbClr val="FFFF00"/>
                  </a:highlight>
                </a:rPr>
                <a:t>",</a:t>
              </a:r>
              <a:endParaRPr lang="en-US" sz="1000" dirty="0">
                <a:highlight>
                  <a:srgbClr val="FFFF00"/>
                </a:highlight>
              </a:endParaRPr>
            </a:p>
            <a:p>
              <a:r>
                <a:rPr lang="en-US" sz="1000" dirty="0">
                  <a:highlight>
                    <a:srgbClr val="FFFF00"/>
                  </a:highlight>
                </a:rPr>
                <a:t>  "</a:t>
              </a:r>
              <a:r>
                <a:rPr lang="en-US" sz="1000" dirty="0" err="1">
                  <a:highlight>
                    <a:srgbClr val="FFFF00"/>
                  </a:highlight>
                </a:rPr>
                <a:t>carriercode</a:t>
              </a:r>
              <a:r>
                <a:rPr lang="en-US" sz="1000" dirty="0">
                  <a:highlight>
                    <a:srgbClr val="FFFF00"/>
                  </a:highlight>
                </a:rPr>
                <a:t>": "</a:t>
              </a:r>
              <a:r>
                <a:rPr lang="en-US" sz="1000" dirty="0">
                  <a:solidFill>
                    <a:srgbClr val="FF0000"/>
                  </a:solidFill>
                  <a:highlight>
                    <a:srgbClr val="FFFF00"/>
                  </a:highlight>
                </a:rPr>
                <a:t>NEED SCAN</a:t>
              </a:r>
              <a:r>
                <a:rPr lang="en-US" sz="1000" dirty="0">
                  <a:highlight>
                    <a:srgbClr val="FFFF00"/>
                  </a:highlight>
                </a:rPr>
                <a:t>",</a:t>
              </a:r>
              <a:endParaRPr lang="en-US" sz="1000" dirty="0">
                <a:highlight>
                  <a:srgbClr val="FFFF00"/>
                </a:highlight>
              </a:endParaRPr>
            </a:p>
            <a:p>
              <a:r>
                <a:rPr lang="en-US" sz="1000" dirty="0">
                  <a:highlight>
                    <a:srgbClr val="FFFF00"/>
                  </a:highlight>
                </a:rPr>
                <a:t>  "</a:t>
              </a:r>
              <a:r>
                <a:rPr lang="en-US" sz="1000" dirty="0" err="1">
                  <a:highlight>
                    <a:srgbClr val="FFFF00"/>
                  </a:highlight>
                </a:rPr>
                <a:t>serialnumber</a:t>
              </a:r>
              <a:r>
                <a:rPr lang="en-US" sz="1000" dirty="0">
                  <a:highlight>
                    <a:srgbClr val="FFFF00"/>
                  </a:highlight>
                </a:rPr>
                <a:t>": </a:t>
              </a:r>
              <a:r>
                <a:rPr lang="en-US" sz="1000" dirty="0" smtClean="0">
                  <a:highlight>
                    <a:srgbClr val="FFFF00"/>
                  </a:highlight>
                </a:rPr>
                <a:t>"",</a:t>
              </a:r>
              <a:endParaRPr lang="en-US" sz="1000" dirty="0">
                <a:highlight>
                  <a:srgbClr val="FFFF00"/>
                </a:highlight>
              </a:endParaRPr>
            </a:p>
            <a:p>
              <a:r>
                <a:rPr lang="en-US" sz="1000" dirty="0">
                  <a:highlight>
                    <a:srgbClr val="FFFF00"/>
                  </a:highlight>
                </a:rPr>
                <a:t>  "</a:t>
              </a:r>
              <a:r>
                <a:rPr lang="en-US" sz="1000" dirty="0" err="1">
                  <a:highlight>
                    <a:srgbClr val="FFFF00"/>
                  </a:highlight>
                </a:rPr>
                <a:t>kps</a:t>
              </a:r>
              <a:r>
                <a:rPr lang="en-US" sz="1000" dirty="0">
                  <a:highlight>
                    <a:srgbClr val="FFFF00"/>
                  </a:highlight>
                </a:rPr>
                <a:t>": [</a:t>
              </a:r>
              <a:endParaRPr lang="en-US" sz="1000" dirty="0">
                <a:highlight>
                  <a:srgbClr val="FFFF00"/>
                </a:highlight>
              </a:endParaRPr>
            </a:p>
            <a:p>
              <a:r>
                <a:rPr lang="en-US" sz="1000" dirty="0"/>
                <a:t>    {</a:t>
              </a:r>
              <a:endParaRPr lang="en-US" sz="1000" dirty="0"/>
            </a:p>
            <a:p>
              <a:r>
                <a:rPr lang="en-US" sz="1000" dirty="0" smtClean="0"/>
                <a:t>    }</a:t>
              </a:r>
              <a:endParaRPr lang="en-US" sz="1000" dirty="0"/>
            </a:p>
            <a:p>
              <a:r>
                <a:rPr lang="en-US" sz="1000" dirty="0" smtClean="0"/>
                <a:t>  </a:t>
              </a:r>
              <a:r>
                <a:rPr lang="en-US" sz="1000" dirty="0"/>
                <a:t>],</a:t>
              </a:r>
              <a:endParaRPr lang="en-US" sz="1000" dirty="0"/>
            </a:p>
            <a:p>
              <a:r>
                <a:rPr lang="en-US" sz="1000" dirty="0"/>
                <a:t>  "step": </a:t>
              </a:r>
              <a:r>
                <a:rPr lang="en-US" sz="1000" dirty="0" smtClean="0"/>
                <a:t>"</a:t>
              </a:r>
              <a:r>
                <a:rPr lang="vi-VN" sz="1000" dirty="0" smtClean="0">
                  <a:solidFill>
                    <a:srgbClr val="FF0000"/>
                  </a:solidFill>
                </a:rPr>
                <a:t>STEP</a:t>
              </a:r>
              <a:r>
                <a:rPr lang="en-US" sz="1000" dirty="0" smtClean="0">
                  <a:solidFill>
                    <a:srgbClr val="FF0000"/>
                  </a:solidFill>
                </a:rPr>
                <a:t>08</a:t>
              </a:r>
              <a:r>
                <a:rPr lang="en-US" sz="1000" dirty="0" smtClean="0"/>
                <a:t>",</a:t>
              </a:r>
              <a:endParaRPr lang="en-US" sz="1000" dirty="0"/>
            </a:p>
            <a:p>
              <a:r>
                <a:rPr lang="en-US" sz="1000" dirty="0"/>
                <a:t>  "</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groupname</a:t>
              </a:r>
              <a:r>
                <a:rPr lang="en-US" sz="1000" dirty="0"/>
                <a:t>": "AOI3",</a:t>
              </a:r>
              <a:endParaRPr lang="en-US" sz="1000" dirty="0"/>
            </a:p>
            <a:p>
              <a:r>
                <a:rPr lang="en-US" sz="1000" dirty="0" smtClean="0"/>
                <a:t>  </a:t>
              </a:r>
              <a:r>
                <a:rPr lang="en-US" sz="1000" dirty="0"/>
                <a:t>"username": "V0923834",</a:t>
              </a:r>
              <a:endParaRPr lang="en-US" sz="1000" dirty="0"/>
            </a:p>
            <a:p>
              <a:r>
                <a:rPr lang="en-US" sz="1000" dirty="0"/>
                <a:t>  "password": "V0923834"</a:t>
              </a:r>
              <a:endParaRPr lang="en-US" sz="1000" dirty="0"/>
            </a:p>
            <a:p>
              <a:r>
                <a:rPr lang="en-US" sz="1000" dirty="0"/>
                <a:t>}</a:t>
              </a:r>
              <a:endParaRPr lang="en-US" sz="800" dirty="0">
                <a:solidFill>
                  <a:srgbClr val="FF0000"/>
                </a:solidFill>
              </a:endParaRPr>
            </a:p>
          </p:txBody>
        </p:sp>
        <p:sp>
          <p:nvSpPr>
            <p:cNvPr id="7" name="TextBox 6"/>
            <p:cNvSpPr txBox="1"/>
            <p:nvPr/>
          </p:nvSpPr>
          <p:spPr>
            <a:xfrm>
              <a:off x="4266472" y="453608"/>
              <a:ext cx="3710688" cy="35394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AUTOLINK</a:t>
              </a:r>
              <a:endParaRPr lang="en-US" sz="2400" dirty="0">
                <a:solidFill>
                  <a:srgbClr val="00B050"/>
                </a:solidFill>
              </a:endParaRPr>
            </a:p>
            <a:p>
              <a:r>
                <a:rPr lang="en-US" sz="1000" dirty="0"/>
                <a:t>{</a:t>
              </a:r>
              <a:endParaRPr lang="en-US" sz="1000" dirty="0"/>
            </a:p>
            <a:p>
              <a:r>
                <a:rPr lang="en-US" sz="1000" dirty="0"/>
                <a:t>  "</a:t>
              </a:r>
              <a:r>
                <a:rPr lang="en-US" sz="1000" dirty="0" err="1"/>
                <a:t>data_type</a:t>
              </a:r>
              <a:r>
                <a:rPr lang="en-US" sz="1000" dirty="0"/>
                <a:t>": "</a:t>
              </a:r>
              <a:r>
                <a:rPr lang="en-US" sz="1000" dirty="0">
                  <a:solidFill>
                    <a:srgbClr val="FF0000"/>
                  </a:solidFill>
                </a:rPr>
                <a:t>AUTOLINK</a:t>
              </a:r>
              <a:r>
                <a:rPr lang="en-US" sz="1000" dirty="0"/>
                <a:t>",</a:t>
              </a:r>
              <a:endParaRPr lang="en-US" sz="1000" dirty="0"/>
            </a:p>
            <a:p>
              <a:r>
                <a:rPr lang="en-US" sz="1000" dirty="0"/>
                <a:t>  "</a:t>
              </a:r>
              <a:r>
                <a:rPr lang="en-US" sz="1000" dirty="0" err="1"/>
                <a:t>carriercode</a:t>
              </a:r>
              <a:r>
                <a:rPr lang="en-US" sz="1000" dirty="0"/>
                <a:t>": "</a:t>
              </a:r>
              <a:r>
                <a:rPr lang="en-US" sz="1000" dirty="0">
                  <a:solidFill>
                    <a:srgbClr val="FF0000"/>
                  </a:solidFill>
                </a:rPr>
                <a:t>NEED SCAN</a:t>
              </a:r>
              <a:r>
                <a:rPr lang="en-US" sz="1000" dirty="0"/>
                <a:t>",</a:t>
              </a:r>
              <a:endParaRPr lang="en-US" sz="1000" dirty="0"/>
            </a:p>
            <a:p>
              <a:r>
                <a:rPr lang="en-US" sz="1000" dirty="0"/>
                <a:t>  "</a:t>
              </a:r>
              <a:r>
                <a:rPr lang="en-US" sz="1000" dirty="0" err="1"/>
                <a:t>serialnumber</a:t>
              </a:r>
              <a:r>
                <a:rPr lang="en-US" sz="1000" dirty="0"/>
                <a:t>": </a:t>
              </a:r>
              <a:r>
                <a:rPr lang="en-US" sz="1000" dirty="0" smtClean="0"/>
                <a:t>"</a:t>
              </a:r>
              <a:r>
                <a:rPr lang="en-US" sz="1000" dirty="0" smtClean="0">
                  <a:solidFill>
                    <a:srgbClr val="FF0000"/>
                  </a:solidFill>
                </a:rPr>
                <a:t>NEED SCAN</a:t>
              </a:r>
              <a:r>
                <a:rPr lang="en-US" sz="1000" dirty="0" smtClean="0"/>
                <a:t>",</a:t>
              </a:r>
              <a:endParaRPr lang="en-US" sz="1000" dirty="0"/>
            </a:p>
            <a:p>
              <a:r>
                <a:rPr lang="en-US" sz="1000" dirty="0"/>
                <a:t>  "</a:t>
              </a:r>
              <a:r>
                <a:rPr lang="en-US" sz="1000" dirty="0" err="1"/>
                <a:t>kps</a:t>
              </a:r>
              <a:r>
                <a:rPr lang="en-US" sz="1000" dirty="0"/>
                <a:t>": [</a:t>
              </a:r>
              <a:endParaRPr lang="en-US" sz="1000" dirty="0"/>
            </a:p>
            <a:p>
              <a:r>
                <a:rPr lang="en-US" sz="1000" dirty="0"/>
                <a:t>    {</a:t>
              </a:r>
              <a:endParaRPr lang="en-US" sz="1000" dirty="0"/>
            </a:p>
            <a:p>
              <a:r>
                <a:rPr lang="en-US" sz="1000" dirty="0" smtClean="0"/>
                <a:t>    }</a:t>
              </a:r>
              <a:endParaRPr lang="en-US" sz="1000" dirty="0"/>
            </a:p>
            <a:p>
              <a:r>
                <a:rPr lang="en-US" sz="1000" dirty="0" smtClean="0"/>
                <a:t>  </a:t>
              </a:r>
              <a:r>
                <a:rPr lang="en-US" sz="1000" dirty="0"/>
                <a:t>],</a:t>
              </a:r>
              <a:endParaRPr lang="en-US" sz="1000" dirty="0"/>
            </a:p>
            <a:p>
              <a:r>
                <a:rPr lang="en-US" sz="1000" dirty="0"/>
                <a:t>  "step": </a:t>
              </a:r>
              <a:r>
                <a:rPr lang="en-US" sz="1000" dirty="0" smtClean="0"/>
                <a:t>"</a:t>
              </a:r>
              <a:r>
                <a:rPr lang="vi-VN" sz="1000" dirty="0">
                  <a:solidFill>
                    <a:srgbClr val="FF0000"/>
                  </a:solidFill>
                </a:rPr>
                <a:t> </a:t>
              </a:r>
              <a:r>
                <a:rPr lang="vi-VN" sz="1000" dirty="0" smtClean="0">
                  <a:solidFill>
                    <a:srgbClr val="FF0000"/>
                  </a:solidFill>
                </a:rPr>
                <a:t>STEP</a:t>
              </a:r>
              <a:r>
                <a:rPr lang="en-US" sz="1000" dirty="0" smtClean="0">
                  <a:solidFill>
                    <a:srgbClr val="FF0000"/>
                  </a:solidFill>
                </a:rPr>
                <a:t>08</a:t>
              </a:r>
              <a:r>
                <a:rPr lang="en-US" sz="1000" dirty="0" smtClean="0"/>
                <a:t>",</a:t>
              </a:r>
              <a:endParaRPr lang="en-US" sz="1000" dirty="0"/>
            </a:p>
            <a:p>
              <a:r>
                <a:rPr lang="en-US" sz="1000" dirty="0"/>
                <a:t>  "result":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a:t>",</a:t>
              </a:r>
              <a:endParaRPr lang="en-US" sz="1000" dirty="0"/>
            </a:p>
            <a:p>
              <a:r>
                <a:rPr lang="en-US" sz="1000" dirty="0"/>
                <a:t>  "</a:t>
              </a:r>
              <a:r>
                <a:rPr lang="en-US" sz="1000" dirty="0" err="1"/>
                <a:t>errorcode</a:t>
              </a:r>
              <a:r>
                <a:rPr lang="en-US" sz="1000" dirty="0"/>
                <a:t>": " </a:t>
              </a:r>
              <a:r>
                <a:rPr lang="en-US" sz="1000" dirty="0">
                  <a:solidFill>
                    <a:srgbClr val="FF0000"/>
                  </a:solidFill>
                </a:rPr>
                <a:t>(NOT BLANK WHEN RESULT = FAIL)</a:t>
              </a:r>
              <a:r>
                <a:rPr lang="en-US" sz="1000" dirty="0"/>
                <a:t>",</a:t>
              </a:r>
              <a:endParaRPr lang="en-US" sz="1000" dirty="0"/>
            </a:p>
            <a:p>
              <a:r>
                <a:rPr lang="en-US" sz="1000" dirty="0"/>
                <a:t>  "</a:t>
              </a:r>
              <a:r>
                <a:rPr lang="en-US" sz="1000" dirty="0" err="1"/>
                <a:t>cycletime</a:t>
              </a:r>
              <a:r>
                <a:rPr lang="en-US" sz="1000" dirty="0"/>
                <a:t>": 0,</a:t>
              </a:r>
              <a:endParaRPr lang="en-US" sz="1000" dirty="0"/>
            </a:p>
            <a:p>
              <a:r>
                <a:rPr lang="en-US" sz="1000" dirty="0"/>
                <a:t>  "username": "V0923834",</a:t>
              </a:r>
              <a:endParaRPr lang="en-US" sz="1000" dirty="0"/>
            </a:p>
            <a:p>
              <a:r>
                <a:rPr lang="en-US" sz="1000" dirty="0"/>
                <a:t>  "password": "V0923834",</a:t>
              </a:r>
              <a:endParaRPr lang="en-US" sz="1000" dirty="0"/>
            </a:p>
            <a:p>
              <a:r>
                <a:rPr lang="en-US" sz="1000" dirty="0"/>
                <a:t>  "</a:t>
              </a:r>
              <a:r>
                <a:rPr lang="en-US" sz="1000" dirty="0" err="1"/>
                <a:t>groupname</a:t>
              </a:r>
              <a:r>
                <a:rPr lang="en-US" sz="1000" dirty="0"/>
                <a:t>": "AOI3",</a:t>
              </a:r>
              <a:endParaRPr lang="en-US" sz="1000" dirty="0"/>
            </a:p>
            <a:p>
              <a:r>
                <a:rPr lang="en-US" sz="1000" dirty="0" smtClean="0"/>
                <a:t>  </a:t>
              </a:r>
              <a:r>
                <a:rPr lang="en-US" sz="1000" dirty="0"/>
                <a:t>"</a:t>
              </a:r>
              <a:r>
                <a:rPr lang="en-US" sz="1000" dirty="0" err="1"/>
                <a:t>stationip</a:t>
              </a:r>
              <a:r>
                <a:rPr lang="en-US" sz="1000" dirty="0"/>
                <a:t>": "</a:t>
              </a:r>
              <a:r>
                <a:rPr lang="en-US" sz="1000" dirty="0">
                  <a:solidFill>
                    <a:srgbClr val="FF0000"/>
                  </a:solidFill>
                </a:rPr>
                <a:t>{MACHINE IP ADDRESS}</a:t>
              </a:r>
              <a:r>
                <a:rPr lang="en-US" sz="1000" dirty="0"/>
                <a:t>",</a:t>
              </a:r>
              <a:endParaRPr lang="en-US" sz="1000" dirty="0"/>
            </a:p>
            <a:p>
              <a:r>
                <a:rPr lang="en-US" sz="1000" dirty="0"/>
                <a:t>  "</a:t>
              </a:r>
              <a:r>
                <a:rPr lang="en-US" sz="1000" dirty="0" err="1"/>
                <a:t>aoidata</a:t>
              </a:r>
              <a:r>
                <a:rPr lang="en-US" sz="1000" dirty="0"/>
                <a:t>": </a:t>
              </a:r>
              <a:r>
                <a:rPr lang="en-US" sz="1000" dirty="0" smtClean="0"/>
                <a:t>"</a:t>
              </a:r>
              <a:r>
                <a:rPr lang="en-US" sz="1000" dirty="0" smtClean="0">
                  <a:solidFill>
                    <a:srgbClr val="FF0000"/>
                  </a:solidFill>
                </a:rPr>
                <a:t>NEED</a:t>
              </a:r>
              <a:r>
                <a:rPr lang="en-US" sz="1000" dirty="0" smtClean="0"/>
                <a:t>",</a:t>
              </a:r>
              <a:endParaRPr lang="en-US" sz="1000" dirty="0"/>
            </a:p>
            <a:p>
              <a:r>
                <a:rPr lang="en-US" sz="1000" dirty="0"/>
                <a:t>  "</a:t>
              </a:r>
              <a:r>
                <a:rPr lang="en-US" sz="1000" dirty="0" err="1"/>
                <a:t>screwdata</a:t>
              </a:r>
              <a:r>
                <a:rPr lang="en-US" sz="1000" dirty="0"/>
                <a:t>": ""</a:t>
              </a:r>
              <a:endParaRPr lang="en-US" sz="1000" dirty="0"/>
            </a:p>
            <a:p>
              <a:r>
                <a:rPr lang="en-US" sz="1000" dirty="0"/>
                <a:t>}</a:t>
              </a:r>
              <a:endParaRPr lang="en-US" sz="1000" dirty="0">
                <a:solidFill>
                  <a:srgbClr val="FF0000"/>
                </a:solidFill>
              </a:endParaRPr>
            </a:p>
          </p:txBody>
        </p:sp>
        <p:sp>
          <p:nvSpPr>
            <p:cNvPr id="8" name="TextBox 7"/>
            <p:cNvSpPr txBox="1"/>
            <p:nvPr/>
          </p:nvSpPr>
          <p:spPr>
            <a:xfrm>
              <a:off x="8093479" y="453608"/>
              <a:ext cx="3710688" cy="200054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a:solidFill>
                    <a:srgbClr val="00B050"/>
                  </a:solidFill>
                </a:rPr>
                <a:t>UNDO / RESET</a:t>
              </a:r>
              <a:endParaRPr lang="en-US" sz="2400" dirty="0">
                <a:solidFill>
                  <a:srgbClr val="00B050"/>
                </a:solidFill>
              </a:endParaRPr>
            </a:p>
            <a:p>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data_type</a:t>
              </a:r>
              <a:r>
                <a:rPr lang="en-US" sz="1000" dirty="0">
                  <a:solidFill>
                    <a:schemeClr val="tx1"/>
                  </a:solidFill>
                </a:rPr>
                <a:t>": "</a:t>
              </a:r>
              <a:r>
                <a:rPr lang="en-US" sz="1000" dirty="0">
                  <a:solidFill>
                    <a:srgbClr val="FF0000"/>
                  </a:solidFill>
                </a:rPr>
                <a:t>UNDO </a:t>
              </a:r>
              <a:r>
                <a:rPr lang="en-US" sz="1000" dirty="0">
                  <a:solidFill>
                    <a:schemeClr val="tx1"/>
                  </a:solidFill>
                </a:rPr>
                <a:t>/</a:t>
              </a:r>
              <a:r>
                <a:rPr lang="en-US" sz="1000" dirty="0">
                  <a:solidFill>
                    <a:srgbClr val="FF0000"/>
                  </a:solidFill>
                </a:rPr>
                <a:t> RESET</a:t>
              </a:r>
              <a:r>
                <a:rPr lang="en-US" sz="1000" dirty="0">
                  <a:solidFill>
                    <a:schemeClr val="tx1"/>
                  </a:solidFill>
                </a:rPr>
                <a:t>", </a:t>
              </a:r>
              <a:endParaRPr lang="en-US" sz="1000" dirty="0">
                <a:solidFill>
                  <a:schemeClr val="tx1"/>
                </a:solidFill>
              </a:endParaRPr>
            </a:p>
            <a:p>
              <a:r>
                <a:rPr lang="en-US" sz="1000" dirty="0">
                  <a:solidFill>
                    <a:schemeClr val="tx1"/>
                  </a:solidFill>
                </a:rPr>
                <a:t>  "</a:t>
              </a:r>
              <a:r>
                <a:rPr lang="en-US" sz="1000" dirty="0" err="1">
                  <a:solidFill>
                    <a:schemeClr val="tx1"/>
                  </a:solidFill>
                </a:rPr>
                <a:t>carriercode</a:t>
              </a:r>
              <a:r>
                <a:rPr lang="en-US" sz="1000" dirty="0">
                  <a:solidFill>
                    <a:schemeClr val="tx1"/>
                  </a:solidFill>
                </a:rPr>
                <a:t>": "</a:t>
              </a:r>
              <a:r>
                <a:rPr lang="en-US" sz="1000" dirty="0">
                  <a:solidFill>
                    <a:srgbClr val="FF0000"/>
                  </a:solidFill>
                </a:rPr>
                <a:t>NEED SCAN</a:t>
              </a:r>
              <a:r>
                <a:rPr lang="en-US" sz="1000" dirty="0">
                  <a:solidFill>
                    <a:schemeClr val="tx1"/>
                  </a:solidFill>
                </a:rPr>
                <a:t>",</a:t>
              </a:r>
              <a:endParaRPr lang="en-US" sz="1000" dirty="0">
                <a:solidFill>
                  <a:schemeClr val="tx1"/>
                </a:solidFill>
              </a:endParaRPr>
            </a:p>
            <a:p>
              <a:r>
                <a:rPr lang="en-US" sz="1000" dirty="0">
                  <a:solidFill>
                    <a:schemeClr val="tx1"/>
                  </a:solidFill>
                </a:rPr>
                <a:t>  "</a:t>
              </a:r>
              <a:r>
                <a:rPr lang="en-US" sz="1000" dirty="0" err="1">
                  <a:solidFill>
                    <a:schemeClr val="tx1"/>
                  </a:solidFill>
                </a:rPr>
                <a:t>serialnumber</a:t>
              </a:r>
              <a:r>
                <a:rPr lang="en-US" sz="1000" dirty="0">
                  <a:solidFill>
                    <a:schemeClr val="tx1"/>
                  </a:solidFill>
                </a:rPr>
                <a:t>": "",</a:t>
              </a:r>
              <a:endParaRPr lang="en-US" sz="1000" dirty="0">
                <a:solidFill>
                  <a:schemeClr val="tx1"/>
                </a:solidFill>
              </a:endParaRPr>
            </a:p>
            <a:p>
              <a:r>
                <a:rPr lang="en-US" sz="1000" dirty="0">
                  <a:solidFill>
                    <a:schemeClr val="tx1"/>
                  </a:solidFill>
                </a:rPr>
                <a:t>  "step": </a:t>
              </a:r>
              <a:r>
                <a:rPr lang="en-US" sz="1000" dirty="0" smtClean="0">
                  <a:solidFill>
                    <a:schemeClr val="tx1"/>
                  </a:solidFill>
                </a:rPr>
                <a:t>"</a:t>
              </a:r>
              <a:r>
                <a:rPr lang="vi-VN" sz="1000" dirty="0">
                  <a:solidFill>
                    <a:srgbClr val="FF0000"/>
                  </a:solidFill>
                </a:rPr>
                <a:t> </a:t>
              </a:r>
              <a:r>
                <a:rPr lang="vi-VN" sz="1000" dirty="0" smtClean="0">
                  <a:solidFill>
                    <a:srgbClr val="FF0000"/>
                  </a:solidFill>
                </a:rPr>
                <a:t>STEP</a:t>
              </a:r>
              <a:r>
                <a:rPr lang="en-US" sz="1000" dirty="0" smtClean="0">
                  <a:solidFill>
                    <a:srgbClr val="FF0000"/>
                  </a:solidFill>
                </a:rPr>
                <a:t>08</a:t>
              </a:r>
              <a:r>
                <a:rPr lang="en-US" sz="1000" dirty="0" smtClean="0">
                  <a:solidFill>
                    <a:schemeClr val="tx1"/>
                  </a:solidFill>
                </a:rPr>
                <a:t>",</a:t>
              </a:r>
              <a:endParaRPr lang="en-US" sz="1000" dirty="0">
                <a:solidFill>
                  <a:schemeClr val="tx1"/>
                </a:solidFill>
              </a:endParaRPr>
            </a:p>
            <a:p>
              <a:r>
                <a:rPr lang="en-US" sz="1000" dirty="0">
                  <a:solidFill>
                    <a:schemeClr val="tx1"/>
                  </a:solidFill>
                </a:rPr>
                <a:t>  "username": "V0923834",</a:t>
              </a:r>
              <a:endParaRPr lang="en-US" sz="1000" dirty="0">
                <a:solidFill>
                  <a:schemeClr val="tx1"/>
                </a:solidFill>
              </a:endParaRPr>
            </a:p>
            <a:p>
              <a:r>
                <a:rPr lang="en-US" sz="1000" dirty="0">
                  <a:solidFill>
                    <a:schemeClr val="tx1"/>
                  </a:solidFill>
                </a:rPr>
                <a:t>  "password": "V0923834",</a:t>
              </a:r>
              <a:endParaRPr lang="en-US" sz="1000" dirty="0">
                <a:solidFill>
                  <a:schemeClr val="tx1"/>
                </a:solidFill>
              </a:endParaRPr>
            </a:p>
            <a:p>
              <a:r>
                <a:rPr lang="en-US" sz="1000" dirty="0">
                  <a:solidFill>
                    <a:schemeClr val="tx1"/>
                  </a:solidFill>
                </a:rPr>
                <a:t>  "</a:t>
              </a:r>
              <a:r>
                <a:rPr lang="en-US" sz="1000" dirty="0" err="1">
                  <a:solidFill>
                    <a:schemeClr val="tx1"/>
                  </a:solidFill>
                </a:rPr>
                <a:t>groupname</a:t>
              </a:r>
              <a:r>
                <a:rPr lang="en-US" sz="1000" dirty="0">
                  <a:solidFill>
                    <a:schemeClr val="tx1"/>
                  </a:solidFill>
                </a:rPr>
                <a:t>": </a:t>
              </a:r>
              <a:r>
                <a:rPr lang="en-US" sz="1000" dirty="0"/>
                <a:t>"AOI3",</a:t>
              </a:r>
              <a:endParaRPr lang="en-US" sz="1000" dirty="0"/>
            </a:p>
            <a:p>
              <a:r>
                <a:rPr lang="en-US" sz="1000" dirty="0" smtClean="0">
                  <a:solidFill>
                    <a:schemeClr val="tx1"/>
                  </a:solidFill>
                </a:rPr>
                <a:t>  </a:t>
              </a:r>
              <a:r>
                <a:rPr lang="en-US" sz="1000" dirty="0">
                  <a:solidFill>
                    <a:schemeClr val="tx1"/>
                  </a:solidFill>
                </a:rPr>
                <a:t>"</a:t>
              </a:r>
              <a:r>
                <a:rPr lang="en-US" sz="1000" dirty="0" err="1">
                  <a:solidFill>
                    <a:schemeClr val="tx1"/>
                  </a:solidFill>
                </a:rPr>
                <a:t>stationip</a:t>
              </a:r>
              <a:r>
                <a:rPr lang="en-US" sz="1000" dirty="0">
                  <a:solidFill>
                    <a:schemeClr val="tx1"/>
                  </a:solidFill>
                </a:rPr>
                <a:t>": "</a:t>
              </a:r>
              <a:r>
                <a:rPr lang="en-US" sz="1000" dirty="0">
                  <a:solidFill>
                    <a:srgbClr val="FF0000"/>
                  </a:solidFill>
                </a:rPr>
                <a:t>{MACHINE IP ADDRESS}</a:t>
              </a:r>
              <a:r>
                <a:rPr lang="en-US" sz="1000" dirty="0">
                  <a:solidFill>
                    <a:schemeClr val="tx1"/>
                  </a:solidFill>
                </a:rPr>
                <a:t>"</a:t>
              </a:r>
              <a:endParaRPr lang="en-US" sz="1000" dirty="0">
                <a:solidFill>
                  <a:schemeClr val="tx1"/>
                </a:solidFill>
              </a:endParaRPr>
            </a:p>
            <a:p>
              <a:r>
                <a:rPr lang="en-US" sz="1000" dirty="0">
                  <a:solidFill>
                    <a:schemeClr val="tx1"/>
                  </a:solidFill>
                </a:rPr>
                <a:t>}</a:t>
              </a:r>
              <a:endParaRPr lang="en-US" sz="1000" dirty="0">
                <a:solidFill>
                  <a:schemeClr val="tx1"/>
                </a:solidFill>
              </a:endParaRPr>
            </a:p>
          </p:txBody>
        </p:sp>
      </p:grpSp>
      <p:sp>
        <p:nvSpPr>
          <p:cNvPr id="10" name="TextBox 9"/>
          <p:cNvSpPr txBox="1"/>
          <p:nvPr/>
        </p:nvSpPr>
        <p:spPr>
          <a:xfrm>
            <a:off x="8067663" y="2528702"/>
            <a:ext cx="3710688"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400" dirty="0" smtClean="0">
                <a:solidFill>
                  <a:srgbClr val="00B050"/>
                </a:solidFill>
              </a:rPr>
              <a:t>UPLOADDATA</a:t>
            </a:r>
            <a:endParaRPr lang="en-US" sz="2400" dirty="0" smtClean="0">
              <a:solidFill>
                <a:srgbClr val="00B050"/>
              </a:solidFill>
            </a:endParaRPr>
          </a:p>
          <a:p>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data_type</a:t>
            </a:r>
            <a:r>
              <a:rPr lang="en-US" sz="1000" dirty="0" smtClean="0">
                <a:solidFill>
                  <a:schemeClr val="tx1"/>
                </a:solidFill>
              </a:rPr>
              <a:t>": “</a:t>
            </a:r>
            <a:r>
              <a:rPr lang="en-US" sz="1000" dirty="0" smtClean="0">
                <a:solidFill>
                  <a:srgbClr val="FF0000"/>
                </a:solidFill>
              </a:rPr>
              <a:t>UPLOADDATA</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carriercode</a:t>
            </a:r>
            <a:r>
              <a:rPr lang="en-US" sz="1000" dirty="0" smtClean="0">
                <a:solidFill>
                  <a:schemeClr val="tx1"/>
                </a:solidFill>
              </a:rPr>
              <a:t>": "</a:t>
            </a:r>
            <a:r>
              <a:rPr lang="en-US" sz="1000" dirty="0" smtClean="0">
                <a:solidFill>
                  <a:srgbClr val="FF0000"/>
                </a:solidFill>
              </a:rPr>
              <a:t>NEED SCAN</a:t>
            </a:r>
            <a:r>
              <a:rPr lang="en-US" sz="1000" dirty="0" smtClean="0">
                <a:solidFill>
                  <a:schemeClr val="tx1"/>
                </a:solidFill>
              </a:rPr>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serialnumber</a:t>
            </a:r>
            <a:r>
              <a:rPr lang="en-US" sz="1000" dirty="0" smtClean="0">
                <a:solidFill>
                  <a:schemeClr val="tx1"/>
                </a:solidFill>
              </a:rPr>
              <a:t>": "",</a:t>
            </a:r>
            <a:endParaRPr lang="en-US" sz="1000" dirty="0" smtClean="0">
              <a:solidFill>
                <a:schemeClr val="tx1"/>
              </a:solidFill>
            </a:endParaRPr>
          </a:p>
          <a:p>
            <a:r>
              <a:rPr lang="en-US" sz="1000" dirty="0" smtClean="0">
                <a:solidFill>
                  <a:schemeClr val="tx1"/>
                </a:solidFill>
              </a:rPr>
              <a:t>  "step": "</a:t>
            </a:r>
            <a:r>
              <a:rPr lang="en-US" sz="1000" dirty="0" smtClean="0">
                <a:solidFill>
                  <a:srgbClr val="FF0000"/>
                </a:solidFill>
              </a:rPr>
              <a:t>STEP08</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a:t>result": "</a:t>
            </a:r>
            <a:r>
              <a:rPr lang="en-US" sz="1000" dirty="0">
                <a:solidFill>
                  <a:srgbClr val="FF0000"/>
                </a:solidFill>
              </a:rPr>
              <a:t>PASS </a:t>
            </a:r>
            <a:r>
              <a:rPr lang="en-US" sz="1000" dirty="0">
                <a:solidFill>
                  <a:schemeClr val="tx1"/>
                </a:solidFill>
              </a:rPr>
              <a:t>/</a:t>
            </a:r>
            <a:r>
              <a:rPr lang="en-US" sz="1000" dirty="0">
                <a:solidFill>
                  <a:srgbClr val="FF0000"/>
                </a:solidFill>
              </a:rPr>
              <a:t> FAIL</a:t>
            </a:r>
            <a:r>
              <a:rPr lang="en-US" sz="1000" dirty="0" smtClean="0"/>
              <a:t>",</a:t>
            </a:r>
            <a:endParaRPr lang="en-US" sz="1000" dirty="0" smtClean="0"/>
          </a:p>
          <a:p>
            <a:r>
              <a:rPr lang="en-US" sz="1000" dirty="0" smtClean="0"/>
              <a:t>  "</a:t>
            </a:r>
            <a:r>
              <a:rPr lang="en-US" sz="1000" dirty="0" err="1"/>
              <a:t>cycletime</a:t>
            </a:r>
            <a:r>
              <a:rPr lang="en-US" sz="1000" dirty="0"/>
              <a:t>": 0</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groupname</a:t>
            </a:r>
            <a:r>
              <a:rPr lang="en-US" sz="1000" dirty="0" smtClean="0">
                <a:solidFill>
                  <a:schemeClr val="tx1"/>
                </a:solidFill>
              </a:rPr>
              <a:t>": </a:t>
            </a:r>
            <a:r>
              <a:rPr lang="en-US" sz="1000" dirty="0"/>
              <a:t>"AOI3</a:t>
            </a:r>
            <a:r>
              <a:rPr lang="en-US" sz="1000" dirty="0" smtClean="0"/>
              <a:t>",</a:t>
            </a:r>
            <a:endParaRPr lang="en-US" sz="1000" dirty="0" smtClean="0">
              <a:solidFill>
                <a:schemeClr val="tx1"/>
              </a:solidFill>
            </a:endParaRPr>
          </a:p>
          <a:p>
            <a:r>
              <a:rPr lang="en-US" sz="1000" dirty="0" smtClean="0">
                <a:solidFill>
                  <a:schemeClr val="tx1"/>
                </a:solidFill>
              </a:rPr>
              <a:t>  "</a:t>
            </a:r>
            <a:r>
              <a:rPr lang="en-US" sz="1000" dirty="0" err="1" smtClean="0">
                <a:solidFill>
                  <a:schemeClr val="tx1"/>
                </a:solidFill>
              </a:rPr>
              <a:t>stationip</a:t>
            </a:r>
            <a:r>
              <a:rPr lang="en-US" sz="1000" dirty="0" smtClean="0">
                <a:solidFill>
                  <a:schemeClr val="tx1"/>
                </a:solidFill>
              </a:rPr>
              <a:t>": "</a:t>
            </a:r>
            <a:r>
              <a:rPr lang="en-US" sz="1000" dirty="0" smtClean="0">
                <a:solidFill>
                  <a:srgbClr val="FF0000"/>
                </a:solidFill>
              </a:rPr>
              <a:t>{MACHINE IP ADDRESS}</a:t>
            </a:r>
            <a:r>
              <a:rPr lang="en-US" sz="1000" dirty="0" smtClean="0">
                <a:solidFill>
                  <a:schemeClr val="tx1"/>
                </a:solidFill>
              </a:rPr>
              <a:t>“,</a:t>
            </a:r>
            <a:endParaRPr lang="en-US" sz="1000" dirty="0" smtClean="0">
              <a:solidFill>
                <a:schemeClr val="tx1"/>
              </a:solidFill>
            </a:endParaRPr>
          </a:p>
          <a:p>
            <a:r>
              <a:rPr lang="en-US" sz="1000" dirty="0" smtClean="0"/>
              <a:t>  "</a:t>
            </a:r>
            <a:r>
              <a:rPr lang="en-US" sz="1000" dirty="0" err="1"/>
              <a:t>aoidata</a:t>
            </a:r>
            <a:r>
              <a:rPr lang="en-US" sz="1000" dirty="0"/>
              <a:t>": </a:t>
            </a:r>
            <a:r>
              <a:rPr lang="en-US" sz="1000" dirty="0" smtClean="0"/>
              <a:t>"",</a:t>
            </a:r>
            <a:endParaRPr lang="en-US" sz="1000" dirty="0"/>
          </a:p>
          <a:p>
            <a:r>
              <a:rPr lang="en-US" sz="1000" dirty="0"/>
              <a:t>  "</a:t>
            </a:r>
            <a:r>
              <a:rPr lang="en-US" sz="1000" dirty="0" err="1"/>
              <a:t>screwdata</a:t>
            </a:r>
            <a:r>
              <a:rPr lang="en-US" sz="1000" dirty="0"/>
              <a:t>": </a:t>
            </a:r>
            <a:r>
              <a:rPr lang="en-US" sz="1000" dirty="0" smtClean="0"/>
              <a:t>""</a:t>
            </a:r>
            <a:endParaRPr lang="en-US" sz="1000" dirty="0" smtClean="0">
              <a:solidFill>
                <a:schemeClr val="tx1"/>
              </a:solidFill>
            </a:endParaRPr>
          </a:p>
          <a:p>
            <a:r>
              <a:rPr lang="en-US" sz="1000" dirty="0" smtClean="0">
                <a:solidFill>
                  <a:schemeClr val="tx1"/>
                </a:solidFill>
              </a:rPr>
              <a:t>}</a:t>
            </a:r>
            <a:endParaRPr lang="en-US" sz="1000" dirty="0">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25426</Words>
  <Application>WPS Presentation</Application>
  <PresentationFormat>Widescreen</PresentationFormat>
  <Paragraphs>1250</Paragraphs>
  <Slides>23</Slides>
  <Notes>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4</vt:i4>
      </vt:variant>
      <vt:variant>
        <vt:lpstr>幻灯片标题</vt:lpstr>
      </vt:variant>
      <vt:variant>
        <vt:i4>23</vt:i4>
      </vt:variant>
    </vt:vector>
  </HeadingPairs>
  <TitlesOfParts>
    <vt:vector size="43" baseType="lpstr">
      <vt:lpstr>Arial</vt:lpstr>
      <vt:lpstr>SimSun</vt:lpstr>
      <vt:lpstr>Wingdings</vt:lpstr>
      <vt:lpstr>Calibri</vt:lpstr>
      <vt:lpstr>Arial Unicode MS</vt:lpstr>
      <vt:lpstr>Arial</vt:lpstr>
      <vt:lpstr>Arial</vt:lpstr>
      <vt:lpstr>Times New Roman</vt:lpstr>
      <vt:lpstr>Times New Roman</vt:lpstr>
      <vt:lpstr>Aptos</vt:lpstr>
      <vt:lpstr>Segoe UI</vt:lpstr>
      <vt:lpstr>Microsoft YaHei</vt:lpstr>
      <vt:lpstr>Arial Unicode MS</vt:lpstr>
      <vt:lpstr>Aptos Display</vt:lpstr>
      <vt:lpstr>Segoe UI Variable Display</vt:lpstr>
      <vt:lpstr>Office Theme</vt:lpstr>
      <vt:lpstr>Package</vt:lpstr>
      <vt:lpstr>Package</vt:lpstr>
      <vt:lpstr>Package</vt:lpstr>
      <vt:lpstr>Package</vt:lpstr>
      <vt:lpstr>PowerPoint 演示文稿</vt:lpstr>
      <vt:lpstr>PowerPoint 演示文稿</vt:lpstr>
      <vt:lpstr>PowerPoint 演示文稿</vt:lpstr>
      <vt:lpstr>PowerPoint 演示文稿</vt:lpstr>
      <vt:lpstr>PowerPoint 演示文稿</vt:lpstr>
      <vt:lpstr>PowerPoint 演示文稿</vt:lpstr>
      <vt:lpstr>Red light → send result: ERROR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Tien Hoang</dc:creator>
  <cp:lastModifiedBy>VNGZ</cp:lastModifiedBy>
  <cp:revision>186</cp:revision>
  <dcterms:created xsi:type="dcterms:W3CDTF">2026-06-19T04:28:00Z</dcterms:created>
  <dcterms:modified xsi:type="dcterms:W3CDTF">2026-10-14T02:10:27Z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2C651DB1A4544AE48CF1432209693EC7_12</vt:lpwstr>
  </property>
</Properties>
</file>